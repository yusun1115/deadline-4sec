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50ee975d5b34e32" /><Relationship Type="http://schemas.openxmlformats.org/officeDocument/2006/relationships/extended-properties" Target="/docProps/app.xml" Id="R26d92e994f7a47ac" /><Relationship Type="http://schemas.openxmlformats.org/officeDocument/2006/relationships/officeDocument" Target="/ppt/presentation.xml" Id="R59c7f184c94746d9" /></Relationships>
</file>

<file path=ppt/presentation.xml><?xml version="1.0" encoding="utf-8"?>
<p:presentation xmlns:p="http://schemas.openxmlformats.org/presentationml/2006/main">
  <p:sldMasterIdLst>
    <p:sldMasterId xmlns:r="http://schemas.openxmlformats.org/officeDocument/2006/relationships" id="2147483648" r:id="R391642ee9eb04285"/>
  </p:sldMasterIdLst>
  <p:notesMasterIdLst>
    <p:notesMasterId xmlns:r="http://schemas.openxmlformats.org/officeDocument/2006/relationships" r:id="Re6751053caab4b4e"/>
  </p:notesMasterIdLst>
  <p:sldIdLst>
    <p:sldId xmlns:r="http://schemas.openxmlformats.org/officeDocument/2006/relationships" id="256" r:id="R2adc14dcb0054105"/>
    <p:sldId xmlns:r="http://schemas.openxmlformats.org/officeDocument/2006/relationships" id="257" r:id="R54b47f247fef4738"/>
    <p:sldId xmlns:r="http://schemas.openxmlformats.org/officeDocument/2006/relationships" id="258" r:id="Rf0f37d1a264b4b20"/>
    <p:sldId xmlns:r="http://schemas.openxmlformats.org/officeDocument/2006/relationships" id="259" r:id="R39b57280e6204c87"/>
    <p:sldId xmlns:r="http://schemas.openxmlformats.org/officeDocument/2006/relationships" id="260" r:id="R0894f6aa92e5446c"/>
    <p:sldId xmlns:r="http://schemas.openxmlformats.org/officeDocument/2006/relationships" id="261" r:id="R98a88d551dd04774"/>
    <p:sldId xmlns:r="http://schemas.openxmlformats.org/officeDocument/2006/relationships" id="262" r:id="R9d3f349f040744db"/>
    <p:sldId xmlns:r="http://schemas.openxmlformats.org/officeDocument/2006/relationships" id="263" r:id="R99bf666c59d348c3"/>
    <p:sldId xmlns:r="http://schemas.openxmlformats.org/officeDocument/2006/relationships" id="264" r:id="Ra36de5b6ee024122"/>
    <p:sldId xmlns:r="http://schemas.openxmlformats.org/officeDocument/2006/relationships" id="265" r:id="Ree424833581141ea"/>
    <p:sldId xmlns:r="http://schemas.openxmlformats.org/officeDocument/2006/relationships" id="266" r:id="R1aca272671ce419a"/>
    <p:sldId xmlns:r="http://schemas.openxmlformats.org/officeDocument/2006/relationships" id="267" r:id="R3e248a1caef24de4"/>
    <p:sldId xmlns:r="http://schemas.openxmlformats.org/officeDocument/2006/relationships" id="268" r:id="Rde448847c3514210"/>
    <p:sldId xmlns:r="http://schemas.openxmlformats.org/officeDocument/2006/relationships" id="269" r:id="R7cee119de2b8487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5a48d99d6004596" /><Relationship Type="http://schemas.openxmlformats.org/officeDocument/2006/relationships/slideMaster" Target="/ppt/slideMasters/slideMaster1.xml" Id="R391642ee9eb04285" /><Relationship Type="http://schemas.openxmlformats.org/officeDocument/2006/relationships/notesMaster" Target="/ppt/notesMasters/notesMaster1.xml" Id="Re6751053caab4b4e" /><Relationship Type="http://schemas.openxmlformats.org/officeDocument/2006/relationships/presProps" Target="/ppt/presProps.xml" Id="Reb051922915d41a3" /><Relationship Type="http://schemas.openxmlformats.org/officeDocument/2006/relationships/tableStyles" Target="/ppt/tableStyles.xml" Id="R7540366bd1ac4010" /><Relationship Type="http://schemas.openxmlformats.org/officeDocument/2006/relationships/slide" Target="/ppt/slides/slide1.xml" Id="R2adc14dcb0054105" /><Relationship Type="http://schemas.openxmlformats.org/officeDocument/2006/relationships/slide" Target="/ppt/slides/slide2.xml" Id="R54b47f247fef4738" /><Relationship Type="http://schemas.openxmlformats.org/officeDocument/2006/relationships/slide" Target="/ppt/slides/slide3.xml" Id="Rf0f37d1a264b4b20" /><Relationship Type="http://schemas.openxmlformats.org/officeDocument/2006/relationships/slide" Target="/ppt/slides/slide4.xml" Id="R39b57280e6204c87" /><Relationship Type="http://schemas.openxmlformats.org/officeDocument/2006/relationships/slide" Target="/ppt/slides/slide5.xml" Id="R0894f6aa92e5446c" /><Relationship Type="http://schemas.openxmlformats.org/officeDocument/2006/relationships/slide" Target="/ppt/slides/slide6.xml" Id="R98a88d551dd04774" /><Relationship Type="http://schemas.openxmlformats.org/officeDocument/2006/relationships/slide" Target="/ppt/slides/slide7.xml" Id="R9d3f349f040744db" /><Relationship Type="http://schemas.openxmlformats.org/officeDocument/2006/relationships/slide" Target="/ppt/slides/slide8.xml" Id="R99bf666c59d348c3" /><Relationship Type="http://schemas.openxmlformats.org/officeDocument/2006/relationships/slide" Target="/ppt/slides/slide9.xml" Id="Ra36de5b6ee024122" /><Relationship Type="http://schemas.openxmlformats.org/officeDocument/2006/relationships/slide" Target="/ppt/slides/slide10.xml" Id="Ree424833581141ea" /><Relationship Type="http://schemas.openxmlformats.org/officeDocument/2006/relationships/slide" Target="/ppt/slides/slide11.xml" Id="R1aca272671ce419a" /><Relationship Type="http://schemas.openxmlformats.org/officeDocument/2006/relationships/slide" Target="/ppt/slides/slide12.xml" Id="R3e248a1caef24de4" /><Relationship Type="http://schemas.openxmlformats.org/officeDocument/2006/relationships/slide" Target="/ppt/slides/slide13.xml" Id="Rde448847c3514210" /><Relationship Type="http://schemas.openxmlformats.org/officeDocument/2006/relationships/slide" Target="/ppt/slides/slide14.xml" Id="R7cee119de2b8487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aeeb6eaad6d47d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Malgun Gothic"/>
        <a:ea typeface=""/>
        <a:cs typeface=""/>
      </a:majorFont>
      <a:minorFont>
        <a:latin typeface="Malgun Gothic"/>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159e891b2754e3c" /><Relationship Type="http://schemas.openxmlformats.org/officeDocument/2006/relationships/notesMaster" Target="/ppt/notesMasters/notesMaster1.xml" Id="Rb23691cd54e14fa8" /></Relationships>
</file>

<file path=ppt/notesSlides/_rels/notesSlide2.xml.rels>&#65279;<?xml version="1.0" encoding="utf-8"?><Relationships xmlns="http://schemas.openxmlformats.org/package/2006/relationships"><Relationship Type="http://schemas.openxmlformats.org/officeDocument/2006/relationships/slide" Target="/ppt/slides/slide2.xml" Id="R951330a5d9b64362" /><Relationship Type="http://schemas.openxmlformats.org/officeDocument/2006/relationships/notesMaster" Target="/ppt/notesMasters/notesMaster1.xml" Id="Rf53dc084d098442f" /></Relationships>
</file>

<file path=ppt/notesSlides/_rels/notesSlide3.xml.rels>&#65279;<?xml version="1.0" encoding="utf-8"?><Relationships xmlns="http://schemas.openxmlformats.org/package/2006/relationships"><Relationship Type="http://schemas.openxmlformats.org/officeDocument/2006/relationships/slide" Target="/ppt/slides/slide3.xml" Id="R951f14c9afd54afa" /><Relationship Type="http://schemas.openxmlformats.org/officeDocument/2006/relationships/notesMaster" Target="/ppt/notesMasters/notesMaster1.xml" Id="R5f2eb62be9554730" /></Relationships>
</file>

<file path=ppt/notesSlides/_rels/notesSlide4.xml.rels>&#65279;<?xml version="1.0" encoding="utf-8"?><Relationships xmlns="http://schemas.openxmlformats.org/package/2006/relationships"><Relationship Type="http://schemas.openxmlformats.org/officeDocument/2006/relationships/slide" Target="/ppt/slides/slide4.xml" Id="R791e1b0c8cf94d0d" /><Relationship Type="http://schemas.openxmlformats.org/officeDocument/2006/relationships/notesMaster" Target="/ppt/notesMasters/notesMaster1.xml" Id="Rf6de1cadf9414416" /></Relationships>
</file>

<file path=ppt/notesSlides/_rels/notesSlide5.xml.rels>&#65279;<?xml version="1.0" encoding="utf-8"?><Relationships xmlns="http://schemas.openxmlformats.org/package/2006/relationships"><Relationship Type="http://schemas.openxmlformats.org/officeDocument/2006/relationships/slide" Target="/ppt/slides/slide5.xml" Id="Re5f010ae75304bdd" /><Relationship Type="http://schemas.openxmlformats.org/officeDocument/2006/relationships/notesMaster" Target="/ppt/notesMasters/notesMaster1.xml" Id="R8a09eda60e2447f9" /></Relationships>
</file>

<file path=ppt/notesSlides/_rels/notesSlide6.xml.rels>&#65279;<?xml version="1.0" encoding="utf-8"?><Relationships xmlns="http://schemas.openxmlformats.org/package/2006/relationships"><Relationship Type="http://schemas.openxmlformats.org/officeDocument/2006/relationships/slide" Target="/ppt/slides/slide6.xml" Id="R8a995492da2f4d92" /><Relationship Type="http://schemas.openxmlformats.org/officeDocument/2006/relationships/notesMaster" Target="/ppt/notesMasters/notesMaster1.xml" Id="R7ee7c00d71e24668" /></Relationships>
</file>

<file path=ppt/notesSlides/_rels/notesSlide7.xml.rels>&#65279;<?xml version="1.0" encoding="utf-8"?><Relationships xmlns="http://schemas.openxmlformats.org/package/2006/relationships"><Relationship Type="http://schemas.openxmlformats.org/officeDocument/2006/relationships/slide" Target="/ppt/slides/slide7.xml" Id="R689bed4030b74e32" /><Relationship Type="http://schemas.openxmlformats.org/officeDocument/2006/relationships/notesMaster" Target="/ppt/notesMasters/notesMaster1.xml" Id="R6e4190c2c10d49ef" /></Relationships>
</file>

<file path=ppt/notesSlides/_rels/notesSlide8.xml.rels>&#65279;<?xml version="1.0" encoding="utf-8"?><Relationships xmlns="http://schemas.openxmlformats.org/package/2006/relationships"><Relationship Type="http://schemas.openxmlformats.org/officeDocument/2006/relationships/slide" Target="/ppt/slides/slide8.xml" Id="R39aa67b03aa84bfc" /><Relationship Type="http://schemas.openxmlformats.org/officeDocument/2006/relationships/notesMaster" Target="/ppt/notesMasters/notesMaster1.xml" Id="R73e03914b11e439c" /></Relationships>
</file>

<file path=ppt/notesSlides/_rels/notesSlide9.xml.rels>&#65279;<?xml version="1.0" encoding="utf-8"?><Relationships xmlns="http://schemas.openxmlformats.org/package/2006/relationships"><Relationship Type="http://schemas.openxmlformats.org/officeDocument/2006/relationships/slide" Target="/ppt/slides/slide9.xml" Id="Rad273c15729243a5" /><Relationship Type="http://schemas.openxmlformats.org/officeDocument/2006/relationships/notesMaster" Target="/ppt/notesMasters/notesMaster1.xml" Id="R8ef17871ee494ea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7248579a72c4fdd" /><Relationship Type="http://schemas.openxmlformats.org/officeDocument/2006/relationships/notesMaster" Target="/ppt/notesMasters/notesMaster1.xml" Id="Rbc00825393d84e9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f00be13a80d4cd5" /><Relationship Type="http://schemas.openxmlformats.org/officeDocument/2006/relationships/notesMaster" Target="/ppt/notesMasters/notesMaster1.xml" Id="Re3f87af72e52409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381ecc211d0454c" /><Relationship Type="http://schemas.openxmlformats.org/officeDocument/2006/relationships/notesMaster" Target="/ppt/notesMasters/notesMaster1.xml" Id="Ra2006c2cccf6448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f9ebc0d9115411f" /><Relationship Type="http://schemas.openxmlformats.org/officeDocument/2006/relationships/notesMaster" Target="/ppt/notesMasters/notesMaster1.xml" Id="Ra4977bc678be485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3ce89b098fb4e38" /><Relationship Type="http://schemas.openxmlformats.org/officeDocument/2006/relationships/notesMaster" Target="/ppt/notesMasters/notesMaster1.xml" Id="R0eb7e6d3fa6c4a6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배정 20초</a:t>
            </a:r>
          </a:p>
          <a:p xmlns:a="http://schemas.openxmlformats.org/drawingml/2006/main">
            <a:r>
              <a:t>자동 전진 중 적을 처치하거나 아슬아슬하게 회피하여 생존 시간을 다시 4초로 회복하는 1인 개발 게임입니다. 현재 프로토타입을 기준으로 기말까지 완성할 범위를 설명합니다. 이름·학번·과목명은 제출자가 추가합니다.</a:t>
            </a:r>
          </a:p>
          <a:p xmlns:a="http://schemas.openxmlformats.org/drawingml/2006/main">
            <a:r>
              <a:t/>
            </a:r>
          </a:p>
          <a:p xmlns:a="http://schemas.openxmlformats.org/drawingml/2006/main">
            <a:r>
              <a:t>출처</a:t>
            </a:r>
          </a:p>
          <a:p xmlns:a="http://schemas.openxmlformats.org/drawingml/2006/main">
            <a:r>
              <a:t>spec.md.txt §1~2</a:t>
            </a:r>
          </a:p>
          <a:p xmlns:a="http://schemas.openxmlformats.org/drawingml/2006/main">
            <a:r>
              <a:t>Assets/Art/Reference/deadlineimage.png</a:t>
            </a:r>
          </a:p>
          <a:p xmlns:a="http://schemas.openxmlformats.org/drawingml/2006/main">
            <a:r>
              <a:t>2026-10-26 개발자 답변: UI·컨셉은 ChatGPT 또는 Codex imagegen 시안 후 직접 리터칭</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배정 55초</a:t>
            </a:r>
          </a:p>
          <a:p xmlns:a="http://schemas.openxmlformats.org/drawingml/2006/main">
            <a:r>
              <a:t>장르는 액션 러너와 스코어 어택입니다. 별도의 공격 버튼 없이 이동 입력으로 공격까지 연결합니다. 레퍼런스의 공식 설명에서 질주 중 전투와 콤보 구조를 참고했습니다. 4초 타이머를 통해 다음 성공 행동을 계속 선택하게 만드는 것이 이 프로젝트의 중심입니다.</a:t>
            </a:r>
          </a:p>
          <a:p xmlns:a="http://schemas.openxmlformats.org/drawingml/2006/main">
            <a:r>
              <a:t/>
            </a:r>
          </a:p>
          <a:p xmlns:a="http://schemas.openxmlformats.org/drawingml/2006/main">
            <a:r>
              <a:t>출처</a:t>
            </a:r>
          </a:p>
          <a:p xmlns:a="http://schemas.openxmlformats.org/drawingml/2006/main">
            <a:r>
              <a:t>spec.md.txt §1~2</a:t>
            </a:r>
          </a:p>
          <a:p xmlns:a="http://schemas.openxmlformats.org/drawingml/2006/main">
            <a:r>
              <a:t>https://play.google.com/store/apps/details?id=com.slash.girl.redfish&amp;hl=ko</a:t>
            </a:r>
          </a:p>
          <a:p xmlns:a="http://schemas.openxmlformats.org/drawingml/2006/main">
            <a:r>
              <a:t>https://play.google.com/store/apps/details?id=com.sybogames.brim</a:t>
            </a:r>
          </a:p>
          <a:p xmlns:a="http://schemas.openxmlformats.org/drawingml/2006/main">
            <a:r>
              <a:t>레퍼런스 적용 방향은 개발 기획 해석. 공식 설명 확인일 2026-10-26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배정 65초</a:t>
            </a:r>
          </a:p>
          <a:p xmlns:a="http://schemas.openxmlformats.org/drawingml/2006/main">
            <a:r>
              <a:t>무한 러너여서 최종 보스를 쓰러뜨리는 승리는 없고 최고 기록 갱신을 목표로 합니다. 기본 Deadline 모드에서 처치와 비접촉 니어 미스는 시간을 더하지 않고 기본 최대치 4초로 초기화합니다. 적 머리에 착지하면 스톰프와 바운스, 맨 바닥에 고공 낙하하면 슬램으로 연결합니다. 보호 아이템과 부활은 별도 예외입니다. Classic은 타이머가 없는 확장 모드입니다.</a:t>
            </a:r>
          </a:p>
          <a:p xmlns:a="http://schemas.openxmlformats.org/drawingml/2006/main">
            <a:r>
              <a:t/>
            </a:r>
          </a:p>
          <a:p xmlns:a="http://schemas.openxmlformats.org/drawingml/2006/main">
            <a:r>
              <a:t>출처</a:t>
            </a:r>
          </a:p>
          <a:p xmlns:a="http://schemas.openxmlformats.org/drawingml/2006/main">
            <a:r>
              <a:t>Assets/Script/PlayerController.cs</a:t>
            </a:r>
          </a:p>
          <a:p xmlns:a="http://schemas.openxmlformats.org/drawingml/2006/main">
            <a:r>
              <a:t>Assets/Script/GameTimer.cs: BaseDuration, ResetTimer, IsHeldByWallRun</a:t>
            </a:r>
          </a:p>
          <a:p xmlns:a="http://schemas.openxmlformats.org/drawingml/2006/main">
            <a:r>
              <a:t>Assets/Script/RunManager.cs</a:t>
            </a:r>
          </a:p>
          <a:p xmlns:a="http://schemas.openxmlformats.org/drawingml/2006/main">
            <a:r>
              <a:t>Assets/Script/Enemy.cs</a:t>
            </a:r>
          </a:p>
          <a:p xmlns:a="http://schemas.openxmlformats.org/drawingml/2006/main">
            <a:r>
              <a:t>Assets/Script/Obstacle.cs</a:t>
            </a:r>
          </a:p>
          <a:p xmlns:a="http://schemas.openxmlformats.org/drawingml/2006/main">
            <a:r>
              <a:t>Assets/Script/GameMode.cs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배정 45초</a:t>
            </a:r>
          </a:p>
          <a:p xmlns:a="http://schemas.openxmlformats.org/drawingml/2006/main">
            <a:r>
              <a:t>이미 동작하는 프로토타입이 있으며 저장소의 실제 실행 화면을 증빙으로 제시합니다. 개발자 본인이 Android 설치와 조작을 확인했습니다. 코드에는 Classic, 파워업·강화, 스킨, 업적·일일 퀘스트와 상층·벽 달리기도 있습니다. 기능의 존재와 현재 전체 품질 검증은 구분합니다. 리더보드 ID와 광고 연동은 완료하지 않았습니다.</a:t>
            </a:r>
          </a:p>
          <a:p xmlns:a="http://schemas.openxmlformats.org/drawingml/2006/main">
            <a:r>
              <a:t/>
            </a:r>
          </a:p>
          <a:p xmlns:a="http://schemas.openxmlformats.org/drawingml/2006/main">
            <a:r>
              <a:t>출처</a:t>
            </a:r>
          </a:p>
          <a:p xmlns:a="http://schemas.openxmlformats.org/drawingml/2006/main">
            <a:r>
              <a:t>Assets/Screenshots/screenshot-20261015-232650.png</a:t>
            </a:r>
          </a:p>
          <a:p xmlns:a="http://schemas.openxmlformats.org/drawingml/2006/main">
            <a:r>
              <a:t>Assets/Screenshots/screenshot-20261016-003720.png</a:t>
            </a:r>
          </a:p>
          <a:p xmlns:a="http://schemas.openxmlformats.org/drawingml/2006/main">
            <a:r>
              <a:t>Assets/Screenshots/screenshot-20261011-221849.png</a:t>
            </a:r>
          </a:p>
          <a:p xmlns:a="http://schemas.openxmlformats.org/drawingml/2006/main">
            <a:r>
              <a:t>Assets/Script/GameFlowManager.cs</a:t>
            </a:r>
          </a:p>
          <a:p xmlns:a="http://schemas.openxmlformats.org/drawingml/2006/main">
            <a:r>
              <a:t>Assets/Script/GameMode.cs</a:t>
            </a:r>
          </a:p>
          <a:p xmlns:a="http://schemas.openxmlformats.org/drawingml/2006/main">
            <a:r>
              <a:t>Assets/Prefab/Pattern/ (27 prefabs)</a:t>
            </a:r>
          </a:p>
          <a:p xmlns:a="http://schemas.openxmlformats.org/drawingml/2006/main">
            <a:r>
              <a:t>2026-10-26 개발자 답변: Android 설치·실행·조작 확인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배정 55초</a:t>
            </a:r>
          </a:p>
          <a:p xmlns:a="http://schemas.openxmlformats.org/drawingml/2006/main">
            <a:r>
              <a:t>범위는 이미 있는 기능을 모두 완성하겠다는 약속으로 잡지 않습니다. 캐릭터와 테마 각 1종, 기본 패턴 A부터 E까지를 우선 보장합니다. 나머지 기존 코스와 메타 기능은 안정화한 것만 유지합니다. 약 10분은 과제의 시연 분량 상한이며, 10분을 살아남아야 승리하는 규칙을 새로 만들지 않습니다. 일정 부족 시 선택 기능을 줄여 코어를 끝까지 완성합니다.</a:t>
            </a:r>
          </a:p>
          <a:p xmlns:a="http://schemas.openxmlformats.org/drawingml/2006/main">
            <a:r>
              <a:t/>
            </a:r>
          </a:p>
          <a:p xmlns:a="http://schemas.openxmlformats.org/drawingml/2006/main">
            <a:r>
              <a:t>출처</a:t>
            </a:r>
          </a:p>
          <a:p xmlns:a="http://schemas.openxmlformats.org/drawingml/2006/main">
            <a:r>
              <a:t>과제 공지 §3-3, §5</a:t>
            </a:r>
          </a:p>
          <a:p xmlns:a="http://schemas.openxmlformats.org/drawingml/2006/main">
            <a:r>
              <a:t>Assets/Prefab/Pattern/Pattern_A_LaneAttack.prefab ~ Pattern_E_MixedRisk.prefab</a:t>
            </a:r>
          </a:p>
          <a:p xmlns:a="http://schemas.openxmlformats.org/drawingml/2006/main">
            <a:r>
              <a:t>docs/design/game-design.md §3 (기말 계획)</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배정 65초</a:t>
            </a:r>
          </a:p>
          <a:p xmlns:a="http://schemas.openxmlformats.org/drawingml/2006/main">
            <a:r>
              <a:t>FSM은 적의 지능이 아니라 게임 진행 제어에 적용했습니다. 실제 GameState 열거형을 단순화한 핵심 다이어그램이며 메뉴 하위 상태는 생략했습니다. Ready에서는 연출만 진행하고 Go에서 타이머와 점수를 함께 시작합니다. 사망은 Dying을 한 번만 처리하고, 부활을 제안할 수 있으면 쿠폰으로 Playing에 복귀합니다. 처치·니어 미스는 Playing 자기 상태에서 회복합니다. Result의 재시도와 메뉴 복귀는 표에 표시했습니다.</a:t>
            </a:r>
          </a:p>
          <a:p xmlns:a="http://schemas.openxmlformats.org/drawingml/2006/main">
            <a:r>
              <a:t/>
            </a:r>
          </a:p>
          <a:p xmlns:a="http://schemas.openxmlformats.org/drawingml/2006/main">
            <a:r>
              <a:t>출처</a:t>
            </a:r>
          </a:p>
          <a:p xmlns:a="http://schemas.openxmlformats.org/drawingml/2006/main">
            <a:r>
              <a:t>Assets/Script/GameFlowManager.cs: GameState, BeginFlow, CanReceiveInput, HandleGameOver, ShowDeathAndPrompt, UseCouponRevive, FinalizeRun, Retry</a:t>
            </a:r>
          </a:p>
          <a:p xmlns:a="http://schemas.openxmlformats.org/drawingml/2006/main">
            <a:r>
              <a:t>Assets/Script/GameTimer.cs: ResetTimer</a:t>
            </a:r>
          </a:p>
          <a:p xmlns:a="http://schemas.openxmlformats.org/drawingml/2006/main">
            <a:r>
              <a:t>상태도와 표는 편집 가능한 native slide objects. 결과·재시도 화살표 일부는 전이표로 표시</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배정 55초</a:t>
            </a:r>
          </a:p>
          <a:p xmlns:a="http://schemas.openxmlformats.org/drawingml/2006/main">
            <a:r>
              <a:t>PCG는 완전히 새 지형을 생성하는 모델이 아니라 수작업 프리팹 조합입니다. 실제 씬에서 후보 보상 간격 상한은 3.5초, Medium과 Hard 해금은 20초와 45초입니다. 이전 프리팹 중복, 출입구 상태, 연속 카테고리를 확인합니다. Upper는 Upper에만 연결합니다. 후보 보상 위치가 있다는 것만으로 플레이어가 실제 도달할 수 있다는 뜻은 아니므로 고정 시드 플레이 검증을 함께 진행합니다.</a:t>
            </a:r>
          </a:p>
          <a:p xmlns:a="http://schemas.openxmlformats.org/drawingml/2006/main">
            <a:r>
              <a:t/>
            </a:r>
          </a:p>
          <a:p xmlns:a="http://schemas.openxmlformats.org/drawingml/2006/main">
            <a:r>
              <a:t>출처</a:t>
            </a:r>
          </a:p>
          <a:p xmlns:a="http://schemas.openxmlformats.org/drawingml/2006/main">
            <a:r>
              <a:t>Assets/Script/PatternSpawner.cs: CollectCandidates, OpportunityGapIsSafe, StatesConnect, fixedSeed, patternsAhead</a:t>
            </a:r>
          </a:p>
          <a:p xmlns:a="http://schemas.openxmlformats.org/drawingml/2006/main">
            <a:r>
              <a:t>Assets/Script/CoursePattern.cs: TravelState, CollectOpportunityPositions</a:t>
            </a:r>
          </a:p>
          <a:p xmlns:a="http://schemas.openxmlformats.org/drawingml/2006/main">
            <a:r>
              <a:t>Assets/Scenes/EndlessRun.unity: patternsAhead 4, maxOpportunityGapSeconds 3.5, mediumStartsAtSeconds 20, hardStartsAtSeconds 45</a:t>
            </a:r>
          </a:p>
          <a:p xmlns:a="http://schemas.openxmlformats.org/drawingml/2006/main">
            <a:r>
              <a:t>대표 시드 1·12345·98765 재검증은 기말 계획</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배정 60초</a:t>
            </a:r>
          </a:p>
          <a:p xmlns:a="http://schemas.openxmlformats.org/drawingml/2006/main">
            <a:r>
              <a:t>팀원이 없는 1인 개발이며 표의 직군은 모두 한 사람이 수행하는 역할입니다. ChatGPT는 기획과 시안을, Codex와 Claude Code Unity MCP는 구현과 씬 작업을 지원합니다. Tripo는 3D, Suno는 음악 후보에 활용합니다. UI와 컨셉은 AI 시안 후 직접 리터칭했고 Tripo와 Suno는 유료 요금제를 사용했습니다. FSM과 PCG의 설계·검증 책임도 개발자 본인입니다. 본 기획서 조사·초안·PPT/PDF 제작에 Codex를 사용했습니다.</a:t>
            </a:r>
          </a:p>
          <a:p xmlns:a="http://schemas.openxmlformats.org/drawingml/2006/main">
            <a:r>
              <a:t/>
            </a:r>
          </a:p>
          <a:p xmlns:a="http://schemas.openxmlformats.org/drawingml/2006/main">
            <a:r>
              <a:t>출처</a:t>
            </a:r>
          </a:p>
          <a:p xmlns:a="http://schemas.openxmlformats.org/drawingml/2006/main">
            <a:r>
              <a:t>2026-10-26 사용자 지정 도구 및 후속 답변</a:t>
            </a:r>
          </a:p>
          <a:p xmlns:a="http://schemas.openxmlformats.org/drawingml/2006/main">
            <a:r>
              <a:t>Packages/manifest.json: Unity MCP, Tripo bridge</a:t>
            </a:r>
          </a:p>
          <a:p xmlns:a="http://schemas.openxmlformats.org/drawingml/2006/main">
            <a:r>
              <a:t>docs/design/game-design.md §5, §7</a:t>
            </a:r>
          </a:p>
          <a:p xmlns:a="http://schemas.openxmlformats.org/drawingml/2006/main">
            <a:r>
              <a:t>AI 활용 범위 공개: 본 기획서 조사·초안·PPT/PDF 작성 보조는 Codex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배정 55초</a:t>
            </a:r>
          </a:p>
          <a:p xmlns:a="http://schemas.openxmlformats.org/drawingml/2006/main">
            <a:r>
              <a:t>프롬프트에는 엔진 버전과 바꾸면 안 되는 규칙, 검증 조건을 함께 줍니다. 결과물을 바로 채택하지 않고 직군마다 기준을 확인합니다. 오류 로그에는 입력 원문과 재현 조건, 수정 후 검증을 남깁니다. 과거 슬램 연습에서는 판정 반경 대신 표적 배치를 수정했습니다. 당시 생성 도구와 프롬프트는 기록하지 않았으므로 특정 AI 오류로 단정하지 않습니다. 앞으로는 docs/design/ai-error-log.md로 추적합니다.</a:t>
            </a:r>
          </a:p>
          <a:p xmlns:a="http://schemas.openxmlformats.org/drawingml/2006/main">
            <a:r>
              <a:t/>
            </a:r>
          </a:p>
          <a:p xmlns:a="http://schemas.openxmlformats.org/drawingml/2006/main">
            <a:r>
              <a:t>출처</a:t>
            </a:r>
          </a:p>
          <a:p xmlns:a="http://schemas.openxmlformats.org/drawingml/2006/main">
            <a:r>
              <a:t>docs/design/ai-error-log.md</a:t>
            </a:r>
          </a:p>
          <a:p xmlns:a="http://schemas.openxmlformats.org/drawingml/2006/main">
            <a:r>
              <a:t>TASKS.md P1-03</a:t>
            </a:r>
          </a:p>
          <a:p xmlns:a="http://schemas.openxmlformats.org/drawingml/2006/main">
            <a:r>
              <a:t>Verification/tutorial-failure-slam.txt</a:t>
            </a:r>
          </a:p>
          <a:p xmlns:a="http://schemas.openxmlformats.org/drawingml/2006/main">
            <a:r>
              <a:t>Verification/tutorial-replay.txt</a:t>
            </a:r>
          </a:p>
          <a:p xmlns:a="http://schemas.openxmlformats.org/drawingml/2006/main">
            <a:r>
              <a:t>Verification/tutorial-replay-30fps.txt</a:t>
            </a:r>
          </a:p>
          <a:p xmlns:a="http://schemas.openxmlformats.org/drawingml/2006/main">
            <a:r>
              <a:t>프롬프트 문구는 향후 작업용 계획 예시</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배정 45초</a:t>
            </a:r>
          </a:p>
          <a:p xmlns:a="http://schemas.openxmlformats.org/drawingml/2006/main">
            <a:r>
              <a:t>버전은 프로젝트 파일에서 확인했습니다. 저장소는 현재 main을 사용합니다. 앞으로 작업 브랜치를 나누고 기능 단위 커밋과 Issue, 1인 PR 검토 기록을 남길 계획입니다. 제출 뒤 수정에는 특히 변경 사유를 남깁니다. Tripo Bridge는 현재 PC의 로컬 경로 의존성이 있어 설치 방법을 문서화하거나 실행에 불필요한 개발 연동을 분리합니다. 에셋 사용과 원본의 공개 저장소 재배포 조건도 별도로 확인합니다.</a:t>
            </a:r>
          </a:p>
          <a:p xmlns:a="http://schemas.openxmlformats.org/drawingml/2006/main">
            <a:r>
              <a:t/>
            </a:r>
          </a:p>
          <a:p xmlns:a="http://schemas.openxmlformats.org/drawingml/2006/main">
            <a:r>
              <a:t>출처</a:t>
            </a:r>
          </a:p>
          <a:p xmlns:a="http://schemas.openxmlformats.org/drawingml/2006/main">
            <a:r>
              <a:t>ProjectSettings/ProjectVersion.txt</a:t>
            </a:r>
          </a:p>
          <a:p xmlns:a="http://schemas.openxmlformats.org/drawingml/2006/main">
            <a:r>
              <a:t>Packages/manifest.json</a:t>
            </a:r>
          </a:p>
          <a:p xmlns:a="http://schemas.openxmlformats.org/drawingml/2006/main">
            <a:r>
              <a:t>Assets/Script/GameFlowManager.cs (PlayerPrefs)</a:t>
            </a:r>
          </a:p>
          <a:p xmlns:a="http://schemas.openxmlformats.org/drawingml/2006/main">
            <a:r>
              <a:t>git remote origin: https://github.com/yusun1115/Deadline-4Sec.git</a:t>
            </a:r>
          </a:p>
          <a:p xmlns:a="http://schemas.openxmlformats.org/drawingml/2006/main">
            <a:r>
              <a:t>현재 main, 기준 리비전 06bfd35</a:t>
            </a:r>
          </a:p>
          <a:p xmlns:a="http://schemas.openxmlformats.org/drawingml/2006/main">
            <a:r>
              <a:t>docs/design/game-design.md §6</a:t>
            </a:r>
          </a:p>
          <a:p xmlns:a="http://schemas.openxmlformats.org/drawingml/2006/main">
            <a:r>
              <a:t>docs/design/asset-register.md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배정 45초</a:t>
            </a:r>
          </a:p>
          <a:p xmlns:a="http://schemas.openxmlformats.org/drawingml/2006/main">
            <a:r>
              <a:t>주차는 공지의 8주차부터 15주차까지를 작업 단위로 사용했고 실제 학사 날짜를 임의로 지정하지 않았습니다. 기획 이후 먼저 코어와 PCG를 검증하고, 다음으로 Android 사용성과 리소스를 정리합니다. 14주차에는 기능을 동결하고 마지막 주차에는 달성도와 변경 사유를 제출합니다. 모든 항목의 책임자는 개발자 본인입니다. 성능 30 FPS 이상은 목표이며 아직 실측 수치가 아닙니다.</a:t>
            </a:r>
          </a:p>
          <a:p xmlns:a="http://schemas.openxmlformats.org/drawingml/2006/main">
            <a:r>
              <a:t/>
            </a:r>
          </a:p>
          <a:p xmlns:a="http://schemas.openxmlformats.org/drawingml/2006/main">
            <a:r>
              <a:t>출처</a:t>
            </a:r>
          </a:p>
          <a:p xmlns:a="http://schemas.openxmlformats.org/drawingml/2006/main">
            <a:r>
              <a:t>사용자 제공 중간과제 공지 §1, §3-8, §5</a:t>
            </a:r>
          </a:p>
          <a:p xmlns:a="http://schemas.openxmlformats.org/drawingml/2006/main">
            <a:r>
              <a:t>docs/design/game-design.md §8 (앞으로의 계획)</a:t>
            </a:r>
          </a:p>
          <a:p xmlns:a="http://schemas.openxmlformats.org/drawingml/2006/main">
            <a:r>
              <a:t>2026-10-29 11:00 Asia/Seoul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배정 35초</a:t>
            </a:r>
          </a:p>
          <a:p xmlns:a="http://schemas.openxmlformats.org/drawingml/2006/main">
            <a:r>
              <a:t>가장 큰 위험은 1인 개발의 범위 확장입니다. 검증 가능한 코어를 우선하고 특수 코스나 메타를 줄일 수 있게 했습니다. PCG가 공정하지 않으면 검증한 패턴의 고정 코스로 시연할 수 있습니다. 성능이 부족하면 효과와 리소스를 줄입니다. 기말에는 실행 빌드뿐 아니라 기획과 비교한 달성도와 변경 이유를 함께 제출합니다.</a:t>
            </a:r>
          </a:p>
          <a:p xmlns:a="http://schemas.openxmlformats.org/drawingml/2006/main">
            <a:r>
              <a:t/>
            </a:r>
          </a:p>
          <a:p xmlns:a="http://schemas.openxmlformats.org/drawingml/2006/main">
            <a:r>
              <a:t>출처</a:t>
            </a:r>
          </a:p>
          <a:p xmlns:a="http://schemas.openxmlformats.org/drawingml/2006/main">
            <a:r>
              <a:t>docs/design/game-design.md §8 (위험 대응 계획)</a:t>
            </a:r>
          </a:p>
          <a:p xmlns:a="http://schemas.openxmlformats.org/drawingml/2006/main">
            <a:r>
              <a:t>과제 공지 §5 기획 대비 달성도·변경 사유</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본문 외 참고 자료</a:t>
            </a:r>
          </a:p>
          <a:p xmlns:a="http://schemas.openxmlformats.org/drawingml/2006/main">
            <a:r>
              <a:t>파일 존재와 최종 빌드 사용 여부를 구분합니다. Tripo와 Suno의 유료 사용은 개발자가 확인했습니다. 유료 생성물의 개별 ID와 이력을 연결하고 각 서비스의 적용 약관을 보관합니다. 일부 폰트와 기타 음악 팩의 원문·도입 이력은 추가 확인 대상으로 남깁니다. 모든 에셋의 라이선스가 이미 정리됐다고 주장하지 않습니다.</a:t>
            </a:r>
          </a:p>
          <a:p xmlns:a="http://schemas.openxmlformats.org/drawingml/2006/main">
            <a:r>
              <a:t/>
            </a:r>
          </a:p>
          <a:p xmlns:a="http://schemas.openxmlformats.org/drawingml/2006/main">
            <a:r>
              <a:t>출처</a:t>
            </a:r>
          </a:p>
          <a:p xmlns:a="http://schemas.openxmlformats.org/drawingml/2006/main">
            <a:r>
              <a:t>docs/design/asset-register.md</a:t>
            </a:r>
          </a:p>
          <a:p xmlns:a="http://schemas.openxmlformats.org/drawingml/2006/main">
            <a:r>
              <a:t>https://www.tripo3d.ai/help/privacy-policy/how-to-use-tripo-models-commercially</a:t>
            </a:r>
          </a:p>
          <a:p xmlns:a="http://schemas.openxmlformats.org/drawingml/2006/main">
            <a:r>
              <a:t>https://about.suno.com/terms</a:t>
            </a:r>
          </a:p>
          <a:p xmlns:a="http://schemas.openxmlformats.org/drawingml/2006/main">
            <a:r>
              <a:t>https://suno.com/pricing</a:t>
            </a:r>
          </a:p>
          <a:p xmlns:a="http://schemas.openxmlformats.org/drawingml/2006/main">
            <a:r>
              <a:t>https://assetstore.unity.com/packages/audio/sound-fx/free-casual-game-sfx-pack-54116</a:t>
            </a:r>
          </a:p>
          <a:p xmlns:a="http://schemas.openxmlformats.org/drawingml/2006/main">
            <a:r>
              <a:t>https://dotween.demigiant.com/license.php</a:t>
            </a:r>
          </a:p>
          <a:p xmlns:a="http://schemas.openxmlformats.org/drawingml/2006/main">
            <a:r>
              <a:t>https://korean.visitkorea.or.kr/detail/rem_detail.do?cotid=8653d837-4660-46a2-a419-7b470d89a70c#station_font</a:t>
            </a:r>
          </a:p>
          <a:p xmlns:a="http://schemas.openxmlformats.org/drawingml/2006/main">
            <a:r>
              <a:t>조회일 2026-10-26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본문 외 참고 자료</a:t>
            </a:r>
          </a:p>
          <a:p xmlns:a="http://schemas.openxmlformats.org/drawingml/2006/main">
            <a:r>
              <a:t>스크린샷은 프로토타입 증빙으로 포함했습니다. 30초 영상은 촬영 계획이며 제작하지 않았습니다. 과거 2026-09-28 코인·파워업 회귀는 48/48 통과, 2026-09-29 소스 회귀는 51/53 통과입니다. 후속 부분 검증도 남아 있으므로 이를 현재 전체 리비전의 성공이나 실패로 단정하지 않습니다. 현재 리비전 전체 회귀를 다시 실행할 계획입니다. LMS 업로드와 GitHub 푸시는 이 작업에서 수행하지 않았습니다.</a:t>
            </a:r>
          </a:p>
          <a:p xmlns:a="http://schemas.openxmlformats.org/drawingml/2006/main">
            <a:r>
              <a:t/>
            </a:r>
          </a:p>
          <a:p xmlns:a="http://schemas.openxmlformats.org/drawingml/2006/main">
            <a:r>
              <a:t>출처</a:t>
            </a:r>
          </a:p>
          <a:p xmlns:a="http://schemas.openxmlformats.org/drawingml/2006/main">
            <a:r>
              <a:t>Verification/coin-powerup-regression-results.xml: 48 passed 0 failed, 2026-09-28</a:t>
            </a:r>
          </a:p>
          <a:p xmlns:a="http://schemas.openxmlformats.org/drawingml/2006/main">
            <a:r>
              <a:t>Verification/game-extras-source-regression-results.xml: 51 passed 2 failed, 2026-09-29</a:t>
            </a:r>
          </a:p>
          <a:p xmlns:a="http://schemas.openxmlformats.org/drawingml/2006/main">
            <a:r>
              <a:t>Verification/README.md</a:t>
            </a:r>
          </a:p>
          <a:p xmlns:a="http://schemas.openxmlformats.org/drawingml/2006/main">
            <a:r>
              <a:t>Verification/android-build.json (과거 2026-09-29 빌드 기록)</a:t>
            </a:r>
          </a:p>
          <a:p xmlns:a="http://schemas.openxmlformats.org/drawingml/2006/main">
            <a:r>
              <a:t>https://github.com/yusun1115/Deadline-4Sec</a:t>
            </a:r>
          </a:p>
          <a:p xmlns:a="http://schemas.openxmlformats.org/drawingml/2006/main">
            <a:r>
              <a:t>docs/design/game-design.md 부록 A~B</a:t>
            </a:r>
          </a:p>
          <a:p xmlns:a="http://schemas.openxmlformats.org/drawingml/2006/main">
            <a:r>
              <a:t>2026-10-26 개발자 답변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867389202444a8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92fc9233322478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5904fc99335468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62ab2a194f7433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a8a5f21b4ee47b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3f192b1d2014bd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A65873A-7821-4EDF-8453-C15171849118}"/>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42A7706A-369E-40C5-9A3E-DCFDAFCF7491}"/>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798AC6F-90A6-4D73-B161-A07A7DDED99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112C25F-7062-463C-B642-B70A533668A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72E2FEB8-4F4F-48E0-B472-038510ED02A5}"/>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A06A844-7D84-479C-847C-694BE2230FC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A495651-F00D-4DD8-8BB2-20B9C764A52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5FFD3D6-6107-4201-8220-8D0E1A64E97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9BD0023-924D-4B05-A7F9-D6937C8FAB6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C6DAD0C-6E29-43EC-847A-A1AC74C9D86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8d3ea85788948cb" /><Relationship Type="http://schemas.openxmlformats.org/officeDocument/2006/relationships/slideLayout" Target="/ppt/slideLayouts/slideLayout1.xml" Id="R2419dceb78c14532" /><Relationship Type="http://schemas.openxmlformats.org/officeDocument/2006/relationships/slideLayout" Target="/ppt/slideLayouts/slideLayout2.xml" Id="R54bf6e4938d547ad" /><Relationship Type="http://schemas.openxmlformats.org/officeDocument/2006/relationships/slideLayout" Target="/ppt/slideLayouts/slideLayout3.xml" Id="R871f6de776404128" /><Relationship Type="http://schemas.openxmlformats.org/officeDocument/2006/relationships/slideLayout" Target="/ppt/slideLayouts/slideLayout4.xml" Id="Re24b104f682346a9" /><Relationship Type="http://schemas.openxmlformats.org/officeDocument/2006/relationships/slideLayout" Target="/ppt/slideLayouts/slideLayout5.xml" Id="Rc2c6a1c52ff043fb" /><Relationship Type="http://schemas.openxmlformats.org/officeDocument/2006/relationships/slideLayout" Target="/ppt/slideLayouts/slideLayout6.xml" Id="R143aa8f21c9147a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419dceb78c14532"/>
    <p:sldLayoutId xmlns:r="http://schemas.openxmlformats.org/officeDocument/2006/relationships" id="2147483650" r:id="R54bf6e4938d547ad"/>
    <p:sldLayoutId xmlns:r="http://schemas.openxmlformats.org/officeDocument/2006/relationships" id="2147483651" r:id="R871f6de776404128"/>
    <p:sldLayoutId xmlns:r="http://schemas.openxmlformats.org/officeDocument/2006/relationships" id="2147483652" r:id="Re24b104f682346a9"/>
    <p:sldLayoutId xmlns:r="http://schemas.openxmlformats.org/officeDocument/2006/relationships" id="2147483653" r:id="Rc2c6a1c52ff043fb"/>
    <p:sldLayoutId xmlns:r="http://schemas.openxmlformats.org/officeDocument/2006/relationships" id="2147483654" r:id="R143aa8f21c9147a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Malgun Gothic"/>
        <a:ea typeface=""/>
        <a:cs typeface=""/>
      </a:majorFont>
      <a:minorFont>
        <a:latin typeface="Malgun Gothic"/>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98bb96cc41844f72" /><Relationship Type="http://schemas.openxmlformats.org/officeDocument/2006/relationships/image" Target="/ppt/media/image.png" Id="Re81fe7f9806d40c9" /><Relationship Type="http://schemas.openxmlformats.org/officeDocument/2006/relationships/notesSlide" Target="/ppt/notesSlides/notesSlide1.xml" Id="Refd83780162547b5"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22fd6f016ff64ab5" /><Relationship Type="http://schemas.openxmlformats.org/officeDocument/2006/relationships/hyperlink" Target="https://play.google.com/store/apps/details?id=com.slash.girl.redfish&amp;hl=ko" TargetMode="External" Id="R509602c8581d43cb" /><Relationship Type="http://schemas.openxmlformats.org/officeDocument/2006/relationships/hyperlink" Target="https://play.google.com/store/apps/details?id=com.sybogames.brim" TargetMode="External" Id="Rcdd881fb247c4913" /><Relationship Type="http://schemas.openxmlformats.org/officeDocument/2006/relationships/notesSlide" Target="/ppt/notesSlides/notesSlide2.xml" Id="Rbe97246add8e4ee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e96c7f3db144161" /><Relationship Type="http://schemas.openxmlformats.org/officeDocument/2006/relationships/notesSlide" Target="/ppt/notesSlides/notesSlide3.xml" Id="R0c036fc0e5b94fca"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d4092c2696d4d16" /><Relationship Type="http://schemas.openxmlformats.org/officeDocument/2006/relationships/image" Target="/ppt/media/image2.png" Id="R7d2c7c3c11cf4342" /><Relationship Type="http://schemas.openxmlformats.org/officeDocument/2006/relationships/image" Target="/ppt/media/image3.png" Id="R41e18f3f2c8a4fec" /><Relationship Type="http://schemas.openxmlformats.org/officeDocument/2006/relationships/image" Target="/ppt/media/image4.png" Id="R7a7e9a3ddfbc431f" /><Relationship Type="http://schemas.openxmlformats.org/officeDocument/2006/relationships/notesSlide" Target="/ppt/notesSlides/notesSlide4.xml" Id="Re0ba219bc29b4428"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6f6fddfde41e4f41" /><Relationship Type="http://schemas.openxmlformats.org/officeDocument/2006/relationships/notesSlide" Target="/ppt/notesSlides/notesSlide5.xml" Id="R58689606c36f4d1c"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5041e59654004d88" /><Relationship Type="http://schemas.openxmlformats.org/officeDocument/2006/relationships/notesSlide" Target="/ppt/notesSlides/notesSlide6.xml" Id="Rde7390830f5c45e9"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6105739a9aaa402e" /><Relationship Type="http://schemas.openxmlformats.org/officeDocument/2006/relationships/notesSlide" Target="/ppt/notesSlides/notesSlide7.xml" Id="R2e95bf1c74cc48a5"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370dfa20e83f474c" /><Relationship Type="http://schemas.openxmlformats.org/officeDocument/2006/relationships/notesSlide" Target="/ppt/notesSlides/notesSlide8.xml" Id="Rdceef3a6cca24467"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db35cec905454f91" /><Relationship Type="http://schemas.openxmlformats.org/officeDocument/2006/relationships/notesSlide" Target="/ppt/notesSlides/notesSlide9.xml" Id="Rdab34960e871402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b3dc933e86894d90" /><Relationship Type="http://schemas.openxmlformats.org/officeDocument/2006/relationships/notesSlide" Target="/ppt/notesSlides/notesSlide10.xml" Id="R226e3439d2c2493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6e8c02c8f9944b92" /><Relationship Type="http://schemas.openxmlformats.org/officeDocument/2006/relationships/notesSlide" Target="/ppt/notesSlides/notesSlide11.xml" Id="Rbcd62938a73d4a7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3e91abf8e0504a6c" /><Relationship Type="http://schemas.openxmlformats.org/officeDocument/2006/relationships/notesSlide" Target="/ppt/notesSlides/notesSlide12.xml" Id="R8b2220df959b4c4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77617a2ec4fe4dd4" /><Relationship Type="http://schemas.openxmlformats.org/officeDocument/2006/relationships/hyperlink" Target="https://www.tripo3d.ai/help/privacy-policy/how-to-use-tripo-models-commercially" TargetMode="External" Id="R701272dcea2e4a1c" /><Relationship Type="http://schemas.openxmlformats.org/officeDocument/2006/relationships/hyperlink" Target="https://about.suno.com/terms" TargetMode="External" Id="Rf737fdea8bcd487f" /><Relationship Type="http://schemas.openxmlformats.org/officeDocument/2006/relationships/hyperlink" Target="https://assetstore.unity.com/packages/audio/sound-fx/free-casual-game-sfx-pack-54116" TargetMode="External" Id="Rb4397d2cadb04f5e" /><Relationship Type="http://schemas.openxmlformats.org/officeDocument/2006/relationships/hyperlink" Target="https://dotween.demigiant.com/license.php" TargetMode="External" Id="R1ae7134cbfba4572" /><Relationship Type="http://schemas.openxmlformats.org/officeDocument/2006/relationships/notesSlide" Target="/ppt/notesSlides/notesSlide13.xml" Id="Rb406fdf3f429495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304ff1ada63d4cf2" /><Relationship Type="http://schemas.openxmlformats.org/officeDocument/2006/relationships/hyperlink" Target="https://github.com/yusun1115/Deadline-4Sec" TargetMode="External" Id="R45d220bb7f5f4427" /><Relationship Type="http://schemas.openxmlformats.org/officeDocument/2006/relationships/notesSlide" Target="/ppt/notesSlides/notesSlide14.xml" Id="R5f0c5d5ce95a42ee" /></Relationships>
</file>

<file path=ppt/slides/slide1.xml><?xml version="1.0" encoding="utf-8"?>
<p:sld xmlns:p="http://schemas.openxmlformats.org/presentationml/2006/main">
  <p:cSld>
    <p:bg>
      <p:bgPr>
        <a:solidFill xmlns:a="http://schemas.openxmlformats.org/drawingml/2006/main">
          <a:srgbClr val="100E16"/>
        </a:solidFill>
      </p:bgPr>
    </p:bg>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795B77D3-4BBD-4E85-8582-D3992CE80BD3}"/>
              </a:ext>
            </a:extLst>
          </p:cNvPr>
          <p:cNvPicPr>
            <a:picLocks xmlns:a="http://schemas.openxmlformats.org/drawingml/2006/main" noChangeAspect="1"/>
          </p:cNvPicPr>
          <p:nvPr/>
        </p:nvPicPr>
        <p:blipFill>
          <a:blip xmlns:r="http://schemas.openxmlformats.org/officeDocument/2006/relationships" xmlns:a="http://schemas.openxmlformats.org/drawingml/2006/main" r:embed="Re81fe7f9806d40c9"/>
          <a:srcRect xmlns:a="http://schemas.openxmlformats.org/drawingml/2006/main" l="25253" t="0" r="25253" b="0"/>
          <a:stretch xmlns:a="http://schemas.openxmlformats.org/drawingml/2006/main">
            <a:fillRect l="0" t="0" r="0" b="0"/>
          </a:stretch>
        </p:blipFill>
        <p:spPr>
          <a:xfrm xmlns:a="http://schemas.openxmlformats.org/drawingml/2006/main">
            <a:off x="6191250" y="0"/>
            <a:ext cx="6000750" cy="6858000"/>
          </a:xfrm>
          <a:prstGeom xmlns:a="http://schemas.openxmlformats.org/drawingml/2006/main" prst="rect">
            <a:avLst/>
          </a:prstGeom>
        </p:spPr>
      </p:pic>
      <p:sp>
        <p:nvSpPr>
          <p:cNvPr id="3" name="Deadline:4초">
            <a:extLst xmlns:a="http://schemas.openxmlformats.org/drawingml/2006/main">
              <a:ext uri="{FF2B5EF4-FFF2-40B4-BE49-F238E27FC236}">
                <a16:creationId xmlns:a16="http://schemas.microsoft.com/office/drawing/2014/main" id="{9613A349-4F05-4DF8-B1D0-2759A3A0EC1D}"/>
              </a:ext>
            </a:extLst>
          </p:cNvPr>
          <p:cNvSpPr>
            <a:spLocks xmlns:a="http://schemas.openxmlformats.org/drawingml/2006/main" noGrp="1"/>
          </p:cNvSpPr>
          <p:nvPr/>
        </p:nvSpPr>
        <p:spPr>
          <a:xfrm xmlns:a="http://schemas.openxmlformats.org/drawingml/2006/main">
            <a:off x="590550" y="1428750"/>
            <a:ext cx="5715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700" b="1">
                <a:solidFill>
                  <a:srgbClr val="F8F2FA"/>
                </a:solidFill>
                <a:latin typeface="Malgun Gothic"/>
                <a:ea typeface="Malgun Gothic"/>
                <a:cs typeface="Malgun Gothic"/>
              </a:defRPr>
            </a:defPPr>
            <a:lvl1pPr algn="l">
              <a:defRPr sz="5700" b="1">
                <a:solidFill>
                  <a:srgbClr val="F8F2FA"/>
                </a:solidFill>
                <a:latin typeface="Malgun Gothic"/>
                <a:ea typeface="Malgun Gothic"/>
                <a:cs typeface="Malgun Gothic"/>
              </a:defRPr>
            </a:lvl1pPr>
            <a:lvl2pPr algn="l">
              <a:defRPr sz="5700" b="1">
                <a:solidFill>
                  <a:srgbClr val="F8F2FA"/>
                </a:solidFill>
                <a:latin typeface="Malgun Gothic"/>
                <a:ea typeface="Malgun Gothic"/>
                <a:cs typeface="Malgun Gothic"/>
              </a:defRPr>
            </a:lvl2pPr>
            <a:lvl3pPr algn="l">
              <a:defRPr sz="5700" b="1">
                <a:solidFill>
                  <a:srgbClr val="F8F2FA"/>
                </a:solidFill>
                <a:latin typeface="Malgun Gothic"/>
                <a:ea typeface="Malgun Gothic"/>
                <a:cs typeface="Malgun Gothic"/>
              </a:defRPr>
            </a:lvl3pPr>
            <a:lvl4pPr algn="l">
              <a:defRPr sz="5700" b="1">
                <a:solidFill>
                  <a:srgbClr val="F8F2FA"/>
                </a:solidFill>
                <a:latin typeface="Malgun Gothic"/>
                <a:ea typeface="Malgun Gothic"/>
                <a:cs typeface="Malgun Gothic"/>
              </a:defRPr>
            </a:lvl4pPr>
            <a:lvl5pPr algn="l">
              <a:defRPr sz="5700" b="1">
                <a:solidFill>
                  <a:srgbClr val="F8F2FA"/>
                </a:solidFill>
                <a:latin typeface="Malgun Gothic"/>
                <a:ea typeface="Malgun Gothic"/>
                <a:cs typeface="Malgun Gothic"/>
              </a:defRPr>
            </a:lvl5pPr>
            <a:lvl6pPr algn="l">
              <a:defRPr sz="5700" b="1">
                <a:solidFill>
                  <a:srgbClr val="F8F2FA"/>
                </a:solidFill>
                <a:latin typeface="Malgun Gothic"/>
                <a:ea typeface="Malgun Gothic"/>
                <a:cs typeface="Malgun Gothic"/>
              </a:defRPr>
            </a:lvl6pPr>
            <a:lvl7pPr algn="l">
              <a:defRPr sz="5700" b="1">
                <a:solidFill>
                  <a:srgbClr val="F8F2FA"/>
                </a:solidFill>
                <a:latin typeface="Malgun Gothic"/>
                <a:ea typeface="Malgun Gothic"/>
                <a:cs typeface="Malgun Gothic"/>
              </a:defRPr>
            </a:lvl7pPr>
            <a:lvl8pPr algn="l">
              <a:defRPr sz="5700" b="1">
                <a:solidFill>
                  <a:srgbClr val="F8F2FA"/>
                </a:solidFill>
                <a:latin typeface="Malgun Gothic"/>
                <a:ea typeface="Malgun Gothic"/>
                <a:cs typeface="Malgun Gothic"/>
              </a:defRPr>
            </a:lvl8pPr>
            <a:lvl9pPr algn="l">
              <a:defRPr sz="5700" b="1">
                <a:solidFill>
                  <a:srgbClr val="F8F2FA"/>
                </a:solidFill>
                <a:latin typeface="Malgun Gothic"/>
                <a:ea typeface="Malgun Gothic"/>
                <a:cs typeface="Malgun Gothic"/>
              </a:defRPr>
            </a:lvl9pPr>
          </a:lstStyle>
          <a:p xmlns:a="http://schemas.openxmlformats.org/drawingml/2006/main">
            <a:pPr algn="l">
              <a:defRPr sz="5700" b="1">
                <a:solidFill>
                  <a:srgbClr val="F8F2FA"/>
                </a:solidFill>
                <a:latin typeface="Malgun Gothic"/>
                <a:ea typeface="Malgun Gothic"/>
                <a:cs typeface="Malgun Gothic"/>
              </a:defRPr>
            </a:pPr>
            <a:r>
              <a:rPr sz="5700" b="1">
                <a:solidFill>
                  <a:srgbClr val="F8F2FA"/>
                </a:solidFill>
                <a:latin typeface="Malgun Gothic"/>
                <a:ea typeface="Malgun Gothic"/>
                <a:cs typeface="Malgun Gothic"/>
              </a:rPr>
              <a:t>Deadline:4초</a:t>
            </a:r>
          </a:p>
        </p:txBody>
      </p:sp>
      <p:sp>
        <p:nvSpPr>
          <p:cNvPr id="4" name="중간고사 게임 기획서">
            <a:extLst xmlns:a="http://schemas.openxmlformats.org/drawingml/2006/main">
              <a:ext uri="{FF2B5EF4-FFF2-40B4-BE49-F238E27FC236}">
                <a16:creationId xmlns:a16="http://schemas.microsoft.com/office/drawing/2014/main" id="{5EFE6D2D-F071-448D-8200-121B09915CEE}"/>
              </a:ext>
            </a:extLst>
          </p:cNvPr>
          <p:cNvSpPr>
            <a:spLocks xmlns:a="http://schemas.openxmlformats.org/drawingml/2006/main" noGrp="1"/>
          </p:cNvSpPr>
          <p:nvPr/>
        </p:nvSpPr>
        <p:spPr>
          <a:xfrm xmlns:a="http://schemas.openxmlformats.org/drawingml/2006/main">
            <a:off x="628650" y="2686050"/>
            <a:ext cx="5286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F2B6D3"/>
                </a:solidFill>
                <a:latin typeface="Malgun Gothic"/>
                <a:ea typeface="Malgun Gothic"/>
                <a:cs typeface="Malgun Gothic"/>
              </a:defRPr>
            </a:defPPr>
            <a:lvl1pPr algn="l">
              <a:defRPr sz="2550" b="1">
                <a:solidFill>
                  <a:srgbClr val="F2B6D3"/>
                </a:solidFill>
                <a:latin typeface="Malgun Gothic"/>
                <a:ea typeface="Malgun Gothic"/>
                <a:cs typeface="Malgun Gothic"/>
              </a:defRPr>
            </a:lvl1pPr>
            <a:lvl2pPr algn="l">
              <a:defRPr sz="2550" b="1">
                <a:solidFill>
                  <a:srgbClr val="F2B6D3"/>
                </a:solidFill>
                <a:latin typeface="Malgun Gothic"/>
                <a:ea typeface="Malgun Gothic"/>
                <a:cs typeface="Malgun Gothic"/>
              </a:defRPr>
            </a:lvl2pPr>
            <a:lvl3pPr algn="l">
              <a:defRPr sz="2550" b="1">
                <a:solidFill>
                  <a:srgbClr val="F2B6D3"/>
                </a:solidFill>
                <a:latin typeface="Malgun Gothic"/>
                <a:ea typeface="Malgun Gothic"/>
                <a:cs typeface="Malgun Gothic"/>
              </a:defRPr>
            </a:lvl3pPr>
            <a:lvl4pPr algn="l">
              <a:defRPr sz="2550" b="1">
                <a:solidFill>
                  <a:srgbClr val="F2B6D3"/>
                </a:solidFill>
                <a:latin typeface="Malgun Gothic"/>
                <a:ea typeface="Malgun Gothic"/>
                <a:cs typeface="Malgun Gothic"/>
              </a:defRPr>
            </a:lvl4pPr>
            <a:lvl5pPr algn="l">
              <a:defRPr sz="2550" b="1">
                <a:solidFill>
                  <a:srgbClr val="F2B6D3"/>
                </a:solidFill>
                <a:latin typeface="Malgun Gothic"/>
                <a:ea typeface="Malgun Gothic"/>
                <a:cs typeface="Malgun Gothic"/>
              </a:defRPr>
            </a:lvl5pPr>
            <a:lvl6pPr algn="l">
              <a:defRPr sz="2550" b="1">
                <a:solidFill>
                  <a:srgbClr val="F2B6D3"/>
                </a:solidFill>
                <a:latin typeface="Malgun Gothic"/>
                <a:ea typeface="Malgun Gothic"/>
                <a:cs typeface="Malgun Gothic"/>
              </a:defRPr>
            </a:lvl6pPr>
            <a:lvl7pPr algn="l">
              <a:defRPr sz="2550" b="1">
                <a:solidFill>
                  <a:srgbClr val="F2B6D3"/>
                </a:solidFill>
                <a:latin typeface="Malgun Gothic"/>
                <a:ea typeface="Malgun Gothic"/>
                <a:cs typeface="Malgun Gothic"/>
              </a:defRPr>
            </a:lvl7pPr>
            <a:lvl8pPr algn="l">
              <a:defRPr sz="2550" b="1">
                <a:solidFill>
                  <a:srgbClr val="F2B6D3"/>
                </a:solidFill>
                <a:latin typeface="Malgun Gothic"/>
                <a:ea typeface="Malgun Gothic"/>
                <a:cs typeface="Malgun Gothic"/>
              </a:defRPr>
            </a:lvl8pPr>
            <a:lvl9pPr algn="l">
              <a:defRPr sz="2550" b="1">
                <a:solidFill>
                  <a:srgbClr val="F2B6D3"/>
                </a:solidFill>
                <a:latin typeface="Malgun Gothic"/>
                <a:ea typeface="Malgun Gothic"/>
                <a:cs typeface="Malgun Gothic"/>
              </a:defRPr>
            </a:lvl9pPr>
          </a:lstStyle>
          <a:p xmlns:a="http://schemas.openxmlformats.org/drawingml/2006/main">
            <a:pPr algn="l">
              <a:defRPr sz="2550" b="1">
                <a:solidFill>
                  <a:srgbClr val="F2B6D3"/>
                </a:solidFill>
                <a:latin typeface="Malgun Gothic"/>
                <a:ea typeface="Malgun Gothic"/>
                <a:cs typeface="Malgun Gothic"/>
              </a:defRPr>
            </a:pPr>
            <a:r>
              <a:rPr sz="2550" b="1">
                <a:solidFill>
                  <a:srgbClr val="F2B6D3"/>
                </a:solidFill>
                <a:latin typeface="Malgun Gothic"/>
                <a:ea typeface="Malgun Gothic"/>
                <a:cs typeface="Malgun Gothic"/>
              </a:rPr>
              <a:t>중간고사 게임 기획서</a:t>
            </a:r>
          </a:p>
        </p:txBody>
      </p:sp>
      <p:sp>
        <p:nvSpPr>
          <p:cNvPr id="5" name="4초를 이어 가는 모바일 액션 러너">
            <a:extLst xmlns:a="http://schemas.openxmlformats.org/drawingml/2006/main">
              <a:ext uri="{FF2B5EF4-FFF2-40B4-BE49-F238E27FC236}">
                <a16:creationId xmlns:a16="http://schemas.microsoft.com/office/drawing/2014/main" id="{BC25BFD5-1BAD-44C3-8DDC-EBDF0B162E73}"/>
              </a:ext>
            </a:extLst>
          </p:cNvPr>
          <p:cNvSpPr>
            <a:spLocks xmlns:a="http://schemas.openxmlformats.org/drawingml/2006/main" noGrp="1"/>
          </p:cNvSpPr>
          <p:nvPr/>
        </p:nvSpPr>
        <p:spPr>
          <a:xfrm xmlns:a="http://schemas.openxmlformats.org/drawingml/2006/main">
            <a:off x="628650" y="3486150"/>
            <a:ext cx="5048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F8F2FA"/>
                </a:solidFill>
                <a:latin typeface="Malgun Gothic"/>
                <a:ea typeface="Malgun Gothic"/>
                <a:cs typeface="Malgun Gothic"/>
              </a:defRPr>
            </a:defPPr>
            <a:lvl1pPr algn="l">
              <a:defRPr sz="2175" b="0">
                <a:solidFill>
                  <a:srgbClr val="F8F2FA"/>
                </a:solidFill>
                <a:latin typeface="Malgun Gothic"/>
                <a:ea typeface="Malgun Gothic"/>
                <a:cs typeface="Malgun Gothic"/>
              </a:defRPr>
            </a:lvl1pPr>
            <a:lvl2pPr algn="l">
              <a:defRPr sz="2175" b="0">
                <a:solidFill>
                  <a:srgbClr val="F8F2FA"/>
                </a:solidFill>
                <a:latin typeface="Malgun Gothic"/>
                <a:ea typeface="Malgun Gothic"/>
                <a:cs typeface="Malgun Gothic"/>
              </a:defRPr>
            </a:lvl2pPr>
            <a:lvl3pPr algn="l">
              <a:defRPr sz="2175" b="0">
                <a:solidFill>
                  <a:srgbClr val="F8F2FA"/>
                </a:solidFill>
                <a:latin typeface="Malgun Gothic"/>
                <a:ea typeface="Malgun Gothic"/>
                <a:cs typeface="Malgun Gothic"/>
              </a:defRPr>
            </a:lvl3pPr>
            <a:lvl4pPr algn="l">
              <a:defRPr sz="2175" b="0">
                <a:solidFill>
                  <a:srgbClr val="F8F2FA"/>
                </a:solidFill>
                <a:latin typeface="Malgun Gothic"/>
                <a:ea typeface="Malgun Gothic"/>
                <a:cs typeface="Malgun Gothic"/>
              </a:defRPr>
            </a:lvl4pPr>
            <a:lvl5pPr algn="l">
              <a:defRPr sz="2175" b="0">
                <a:solidFill>
                  <a:srgbClr val="F8F2FA"/>
                </a:solidFill>
                <a:latin typeface="Malgun Gothic"/>
                <a:ea typeface="Malgun Gothic"/>
                <a:cs typeface="Malgun Gothic"/>
              </a:defRPr>
            </a:lvl5pPr>
            <a:lvl6pPr algn="l">
              <a:defRPr sz="2175" b="0">
                <a:solidFill>
                  <a:srgbClr val="F8F2FA"/>
                </a:solidFill>
                <a:latin typeface="Malgun Gothic"/>
                <a:ea typeface="Malgun Gothic"/>
                <a:cs typeface="Malgun Gothic"/>
              </a:defRPr>
            </a:lvl6pPr>
            <a:lvl7pPr algn="l">
              <a:defRPr sz="2175" b="0">
                <a:solidFill>
                  <a:srgbClr val="F8F2FA"/>
                </a:solidFill>
                <a:latin typeface="Malgun Gothic"/>
                <a:ea typeface="Malgun Gothic"/>
                <a:cs typeface="Malgun Gothic"/>
              </a:defRPr>
            </a:lvl7pPr>
            <a:lvl8pPr algn="l">
              <a:defRPr sz="2175" b="0">
                <a:solidFill>
                  <a:srgbClr val="F8F2FA"/>
                </a:solidFill>
                <a:latin typeface="Malgun Gothic"/>
                <a:ea typeface="Malgun Gothic"/>
                <a:cs typeface="Malgun Gothic"/>
              </a:defRPr>
            </a:lvl8pPr>
            <a:lvl9pPr algn="l">
              <a:defRPr sz="2175" b="0">
                <a:solidFill>
                  <a:srgbClr val="F8F2FA"/>
                </a:solidFill>
                <a:latin typeface="Malgun Gothic"/>
                <a:ea typeface="Malgun Gothic"/>
                <a:cs typeface="Malgun Gothic"/>
              </a:defRPr>
            </a:lvl9pPr>
          </a:lstStyle>
          <a:p xmlns:a="http://schemas.openxmlformats.org/drawingml/2006/main">
            <a:pPr algn="l">
              <a:defRPr sz="2175" b="0">
                <a:solidFill>
                  <a:srgbClr val="F8F2FA"/>
                </a:solidFill>
                <a:latin typeface="Malgun Gothic"/>
                <a:ea typeface="Malgun Gothic"/>
                <a:cs typeface="Malgun Gothic"/>
              </a:defRPr>
            </a:pPr>
            <a:r>
              <a:rPr sz="2175" b="0">
                <a:solidFill>
                  <a:srgbClr val="F8F2FA"/>
                </a:solidFill>
                <a:latin typeface="Malgun Gothic"/>
                <a:ea typeface="Malgun Gothic"/>
                <a:cs typeface="Malgun Gothic"/>
              </a:rPr>
              <a:t>4초를 이어 가는 모바일 액션 러너</a:t>
            </a:r>
          </a:p>
        </p:txBody>
      </p:sp>
      <p:sp>
        <p:nvSpPr>
          <p:cNvPr id="6" name="1인 개발 프로젝트&#10;2026.10.26">
            <a:extLst xmlns:a="http://schemas.openxmlformats.org/drawingml/2006/main">
              <a:ext uri="{FF2B5EF4-FFF2-40B4-BE49-F238E27FC236}">
                <a16:creationId xmlns:a16="http://schemas.microsoft.com/office/drawing/2014/main" id="{15FEE9D9-3496-463A-9ACC-701F53BF9C03}"/>
              </a:ext>
            </a:extLst>
          </p:cNvPr>
          <p:cNvSpPr>
            <a:spLocks xmlns:a="http://schemas.openxmlformats.org/drawingml/2006/main" noGrp="1"/>
          </p:cNvSpPr>
          <p:nvPr/>
        </p:nvSpPr>
        <p:spPr>
          <a:xfrm xmlns:a="http://schemas.openxmlformats.org/drawingml/2006/main">
            <a:off x="628650" y="5467350"/>
            <a:ext cx="4857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BBAEC6"/>
                </a:solidFill>
                <a:latin typeface="Malgun Gothic"/>
                <a:ea typeface="Malgun Gothic"/>
                <a:cs typeface="Malgun Gothic"/>
              </a:defRPr>
            </a:defPPr>
            <a:lvl1pPr algn="l">
              <a:defRPr sz="1725" b="0">
                <a:solidFill>
                  <a:srgbClr val="BBAEC6"/>
                </a:solidFill>
                <a:latin typeface="Malgun Gothic"/>
                <a:ea typeface="Malgun Gothic"/>
                <a:cs typeface="Malgun Gothic"/>
              </a:defRPr>
            </a:lvl1pPr>
            <a:lvl2pPr algn="l">
              <a:defRPr sz="1725" b="0">
                <a:solidFill>
                  <a:srgbClr val="BBAEC6"/>
                </a:solidFill>
                <a:latin typeface="Malgun Gothic"/>
                <a:ea typeface="Malgun Gothic"/>
                <a:cs typeface="Malgun Gothic"/>
              </a:defRPr>
            </a:lvl2pPr>
            <a:lvl3pPr algn="l">
              <a:defRPr sz="1725" b="0">
                <a:solidFill>
                  <a:srgbClr val="BBAEC6"/>
                </a:solidFill>
                <a:latin typeface="Malgun Gothic"/>
                <a:ea typeface="Malgun Gothic"/>
                <a:cs typeface="Malgun Gothic"/>
              </a:defRPr>
            </a:lvl3pPr>
            <a:lvl4pPr algn="l">
              <a:defRPr sz="1725" b="0">
                <a:solidFill>
                  <a:srgbClr val="BBAEC6"/>
                </a:solidFill>
                <a:latin typeface="Malgun Gothic"/>
                <a:ea typeface="Malgun Gothic"/>
                <a:cs typeface="Malgun Gothic"/>
              </a:defRPr>
            </a:lvl4pPr>
            <a:lvl5pPr algn="l">
              <a:defRPr sz="1725" b="0">
                <a:solidFill>
                  <a:srgbClr val="BBAEC6"/>
                </a:solidFill>
                <a:latin typeface="Malgun Gothic"/>
                <a:ea typeface="Malgun Gothic"/>
                <a:cs typeface="Malgun Gothic"/>
              </a:defRPr>
            </a:lvl5pPr>
            <a:lvl6pPr algn="l">
              <a:defRPr sz="1725" b="0">
                <a:solidFill>
                  <a:srgbClr val="BBAEC6"/>
                </a:solidFill>
                <a:latin typeface="Malgun Gothic"/>
                <a:ea typeface="Malgun Gothic"/>
                <a:cs typeface="Malgun Gothic"/>
              </a:defRPr>
            </a:lvl6pPr>
            <a:lvl7pPr algn="l">
              <a:defRPr sz="1725" b="0">
                <a:solidFill>
                  <a:srgbClr val="BBAEC6"/>
                </a:solidFill>
                <a:latin typeface="Malgun Gothic"/>
                <a:ea typeface="Malgun Gothic"/>
                <a:cs typeface="Malgun Gothic"/>
              </a:defRPr>
            </a:lvl7pPr>
            <a:lvl8pPr algn="l">
              <a:defRPr sz="1725" b="0">
                <a:solidFill>
                  <a:srgbClr val="BBAEC6"/>
                </a:solidFill>
                <a:latin typeface="Malgun Gothic"/>
                <a:ea typeface="Malgun Gothic"/>
                <a:cs typeface="Malgun Gothic"/>
              </a:defRPr>
            </a:lvl8pPr>
            <a:lvl9pPr algn="l">
              <a:defRPr sz="1725" b="0">
                <a:solidFill>
                  <a:srgbClr val="BBAEC6"/>
                </a:solidFill>
                <a:latin typeface="Malgun Gothic"/>
                <a:ea typeface="Malgun Gothic"/>
                <a:cs typeface="Malgun Gothic"/>
              </a:defRPr>
            </a:lvl9pPr>
          </a:lstStyle>
          <a:p xmlns:a="http://schemas.openxmlformats.org/drawingml/2006/main">
            <a:pPr algn="l">
              <a:defRPr sz="1725" b="0">
                <a:solidFill>
                  <a:srgbClr val="BBAEC6"/>
                </a:solidFill>
                <a:latin typeface="Malgun Gothic"/>
                <a:ea typeface="Malgun Gothic"/>
                <a:cs typeface="Malgun Gothic"/>
              </a:defRPr>
            </a:pPr>
            <a:r>
              <a:rPr sz="1725" b="0">
                <a:solidFill>
                  <a:srgbClr val="BBAEC6"/>
                </a:solidFill>
                <a:latin typeface="Malgun Gothic"/>
                <a:ea typeface="Malgun Gothic"/>
                <a:cs typeface="Malgun Gothic"/>
              </a:rPr>
              <a:t>1인 개발 프로젝트</a:t>
            </a:r>
          </a:p>
          <a:p xmlns:a="http://schemas.openxmlformats.org/drawingml/2006/main">
            <a:pPr algn="l">
              <a:defRPr sz="1725" b="0">
                <a:solidFill>
                  <a:srgbClr val="BBAEC6"/>
                </a:solidFill>
                <a:latin typeface="Malgun Gothic"/>
                <a:ea typeface="Malgun Gothic"/>
                <a:cs typeface="Malgun Gothic"/>
              </a:defRPr>
            </a:pPr>
            <a:r>
              <a:rPr sz="1725" b="0">
                <a:solidFill>
                  <a:srgbClr val="BBAEC6"/>
                </a:solidFill>
                <a:latin typeface="Malgun Gothic"/>
                <a:ea typeface="Malgun Gothic"/>
                <a:cs typeface="Malgun Gothic"/>
              </a:rPr>
              <a:t>2026.10.26</a:t>
            </a:r>
          </a:p>
        </p:txBody>
      </p:sp>
      <p:sp>
        <p:nvSpPr>
          <p:cNvPr id="7" name="프로젝트 컨셉 아트">
            <a:extLst xmlns:a="http://schemas.openxmlformats.org/drawingml/2006/main">
              <a:ext uri="{FF2B5EF4-FFF2-40B4-BE49-F238E27FC236}">
                <a16:creationId xmlns:a16="http://schemas.microsoft.com/office/drawing/2014/main" id="{0A9F0217-916E-4D93-AF04-7E9AD1055877}"/>
              </a:ext>
            </a:extLst>
          </p:cNvPr>
          <p:cNvSpPr>
            <a:spLocks xmlns:a="http://schemas.openxmlformats.org/drawingml/2006/main" noGrp="1"/>
          </p:cNvSpPr>
          <p:nvPr/>
        </p:nvSpPr>
        <p:spPr>
          <a:xfrm xmlns:a="http://schemas.openxmlformats.org/drawingml/2006/main">
            <a:off x="9420225" y="6457950"/>
            <a:ext cx="24479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F8F2FA"/>
                </a:solidFill>
                <a:latin typeface="Malgun Gothic"/>
                <a:ea typeface="Malgun Gothic"/>
                <a:cs typeface="Malgun Gothic"/>
              </a:defRPr>
            </a:defPPr>
            <a:lvl1pPr algn="r">
              <a:defRPr sz="1275" b="0">
                <a:solidFill>
                  <a:srgbClr val="F8F2FA"/>
                </a:solidFill>
                <a:latin typeface="Malgun Gothic"/>
                <a:ea typeface="Malgun Gothic"/>
                <a:cs typeface="Malgun Gothic"/>
              </a:defRPr>
            </a:lvl1pPr>
            <a:lvl2pPr algn="r">
              <a:defRPr sz="1275" b="0">
                <a:solidFill>
                  <a:srgbClr val="F8F2FA"/>
                </a:solidFill>
                <a:latin typeface="Malgun Gothic"/>
                <a:ea typeface="Malgun Gothic"/>
                <a:cs typeface="Malgun Gothic"/>
              </a:defRPr>
            </a:lvl2pPr>
            <a:lvl3pPr algn="r">
              <a:defRPr sz="1275" b="0">
                <a:solidFill>
                  <a:srgbClr val="F8F2FA"/>
                </a:solidFill>
                <a:latin typeface="Malgun Gothic"/>
                <a:ea typeface="Malgun Gothic"/>
                <a:cs typeface="Malgun Gothic"/>
              </a:defRPr>
            </a:lvl3pPr>
            <a:lvl4pPr algn="r">
              <a:defRPr sz="1275" b="0">
                <a:solidFill>
                  <a:srgbClr val="F8F2FA"/>
                </a:solidFill>
                <a:latin typeface="Malgun Gothic"/>
                <a:ea typeface="Malgun Gothic"/>
                <a:cs typeface="Malgun Gothic"/>
              </a:defRPr>
            </a:lvl4pPr>
            <a:lvl5pPr algn="r">
              <a:defRPr sz="1275" b="0">
                <a:solidFill>
                  <a:srgbClr val="F8F2FA"/>
                </a:solidFill>
                <a:latin typeface="Malgun Gothic"/>
                <a:ea typeface="Malgun Gothic"/>
                <a:cs typeface="Malgun Gothic"/>
              </a:defRPr>
            </a:lvl5pPr>
            <a:lvl6pPr algn="r">
              <a:defRPr sz="1275" b="0">
                <a:solidFill>
                  <a:srgbClr val="F8F2FA"/>
                </a:solidFill>
                <a:latin typeface="Malgun Gothic"/>
                <a:ea typeface="Malgun Gothic"/>
                <a:cs typeface="Malgun Gothic"/>
              </a:defRPr>
            </a:lvl6pPr>
            <a:lvl7pPr algn="r">
              <a:defRPr sz="1275" b="0">
                <a:solidFill>
                  <a:srgbClr val="F8F2FA"/>
                </a:solidFill>
                <a:latin typeface="Malgun Gothic"/>
                <a:ea typeface="Malgun Gothic"/>
                <a:cs typeface="Malgun Gothic"/>
              </a:defRPr>
            </a:lvl7pPr>
            <a:lvl8pPr algn="r">
              <a:defRPr sz="1275" b="0">
                <a:solidFill>
                  <a:srgbClr val="F8F2FA"/>
                </a:solidFill>
                <a:latin typeface="Malgun Gothic"/>
                <a:ea typeface="Malgun Gothic"/>
                <a:cs typeface="Malgun Gothic"/>
              </a:defRPr>
            </a:lvl8pPr>
            <a:lvl9pPr algn="r">
              <a:defRPr sz="1275" b="0">
                <a:solidFill>
                  <a:srgbClr val="F8F2FA"/>
                </a:solidFill>
                <a:latin typeface="Malgun Gothic"/>
                <a:ea typeface="Malgun Gothic"/>
                <a:cs typeface="Malgun Gothic"/>
              </a:defRPr>
            </a:lvl9pPr>
          </a:lstStyle>
          <a:p xmlns:a="http://schemas.openxmlformats.org/drawingml/2006/main">
            <a:pPr algn="r">
              <a:defRPr sz="1275" b="0">
                <a:solidFill>
                  <a:srgbClr val="F8F2FA"/>
                </a:solidFill>
                <a:latin typeface="Malgun Gothic"/>
                <a:ea typeface="Malgun Gothic"/>
                <a:cs typeface="Malgun Gothic"/>
              </a:defRPr>
            </a:pPr>
            <a:r>
              <a:rPr sz="1275" b="0">
                <a:solidFill>
                  <a:srgbClr val="F8F2FA"/>
                </a:solidFill>
                <a:latin typeface="Malgun Gothic"/>
                <a:ea typeface="Malgun Gothic"/>
                <a:cs typeface="Malgun Gothic"/>
              </a:rPr>
              <a:t>프로젝트 컨셉 아트</a:t>
            </a:r>
          </a:p>
        </p:txBody>
      </p:sp>
    </p:spTree>
    <p:extLst>
      <p:ext uri="{BB962C8B-B14F-4D97-AF65-F5344CB8AC3E}">
        <p14:creationId xmlns:p14="http://schemas.microsoft.com/office/powerpoint/2010/main" val="1452675423"/>
      </p:ext>
    </p:extLst>
  </p:cSld>
</p:sld>
</file>

<file path=ppt/slides/slide2.xml><?xml version="1.0" encoding="utf-8"?>
<p:sld xmlns:p="http://schemas.openxmlformats.org/presentationml/2006/main">
  <p:cSld>
    <p:bg>
      <p:bgPr>
        <a:solidFill xmlns:a="http://schemas.openxmlformats.org/drawingml/2006/main">
          <a:srgbClr val="100E16"/>
        </a:solidFill>
      </p:bgPr>
    </p:bg>
    <p:spTree>
      <p:nvGrpSpPr>
        <p:cNvPr id="1" name=""/>
        <p:cNvGrpSpPr/>
        <p:nvPr/>
      </p:nvGrpSpPr>
      <p:grpSpPr>
        <a:xfrm xmlns:a="http://schemas.openxmlformats.org/drawingml/2006/main"/>
      </p:grpSpPr>
      <p:sp>
        <p:nvSpPr>
          <p:cNvPr id="2" name="한 줄 소개와 레퍼런스">
            <a:extLst xmlns:a="http://schemas.openxmlformats.org/drawingml/2006/main">
              <a:ext uri="{FF2B5EF4-FFF2-40B4-BE49-F238E27FC236}">
                <a16:creationId xmlns:a16="http://schemas.microsoft.com/office/drawing/2014/main" id="{302E968E-6405-4817-9147-F40B5A61D50C}"/>
              </a:ext>
            </a:extLst>
          </p:cNvPr>
          <p:cNvSpPr>
            <a:spLocks xmlns:a="http://schemas.openxmlformats.org/drawingml/2006/main" noGrp="1"/>
          </p:cNvSpPr>
          <p:nvPr/>
        </p:nvSpPr>
        <p:spPr>
          <a:xfrm xmlns:a="http://schemas.openxmlformats.org/drawingml/2006/main">
            <a:off x="609600" y="428625"/>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F8F2FA"/>
                </a:solidFill>
                <a:latin typeface="Malgun Gothic"/>
                <a:ea typeface="Malgun Gothic"/>
                <a:cs typeface="Malgun Gothic"/>
              </a:defRPr>
            </a:defPPr>
            <a:lvl1pPr algn="l">
              <a:defRPr sz="3225" b="1">
                <a:solidFill>
                  <a:srgbClr val="F8F2FA"/>
                </a:solidFill>
                <a:latin typeface="Malgun Gothic"/>
                <a:ea typeface="Malgun Gothic"/>
                <a:cs typeface="Malgun Gothic"/>
              </a:defRPr>
            </a:lvl1pPr>
            <a:lvl2pPr algn="l">
              <a:defRPr sz="3225" b="1">
                <a:solidFill>
                  <a:srgbClr val="F8F2FA"/>
                </a:solidFill>
                <a:latin typeface="Malgun Gothic"/>
                <a:ea typeface="Malgun Gothic"/>
                <a:cs typeface="Malgun Gothic"/>
              </a:defRPr>
            </a:lvl2pPr>
            <a:lvl3pPr algn="l">
              <a:defRPr sz="3225" b="1">
                <a:solidFill>
                  <a:srgbClr val="F8F2FA"/>
                </a:solidFill>
                <a:latin typeface="Malgun Gothic"/>
                <a:ea typeface="Malgun Gothic"/>
                <a:cs typeface="Malgun Gothic"/>
              </a:defRPr>
            </a:lvl3pPr>
            <a:lvl4pPr algn="l">
              <a:defRPr sz="3225" b="1">
                <a:solidFill>
                  <a:srgbClr val="F8F2FA"/>
                </a:solidFill>
                <a:latin typeface="Malgun Gothic"/>
                <a:ea typeface="Malgun Gothic"/>
                <a:cs typeface="Malgun Gothic"/>
              </a:defRPr>
            </a:lvl4pPr>
            <a:lvl5pPr algn="l">
              <a:defRPr sz="3225" b="1">
                <a:solidFill>
                  <a:srgbClr val="F8F2FA"/>
                </a:solidFill>
                <a:latin typeface="Malgun Gothic"/>
                <a:ea typeface="Malgun Gothic"/>
                <a:cs typeface="Malgun Gothic"/>
              </a:defRPr>
            </a:lvl5pPr>
            <a:lvl6pPr algn="l">
              <a:defRPr sz="3225" b="1">
                <a:solidFill>
                  <a:srgbClr val="F8F2FA"/>
                </a:solidFill>
                <a:latin typeface="Malgun Gothic"/>
                <a:ea typeface="Malgun Gothic"/>
                <a:cs typeface="Malgun Gothic"/>
              </a:defRPr>
            </a:lvl6pPr>
            <a:lvl7pPr algn="l">
              <a:defRPr sz="3225" b="1">
                <a:solidFill>
                  <a:srgbClr val="F8F2FA"/>
                </a:solidFill>
                <a:latin typeface="Malgun Gothic"/>
                <a:ea typeface="Malgun Gothic"/>
                <a:cs typeface="Malgun Gothic"/>
              </a:defRPr>
            </a:lvl7pPr>
            <a:lvl8pPr algn="l">
              <a:defRPr sz="3225" b="1">
                <a:solidFill>
                  <a:srgbClr val="F8F2FA"/>
                </a:solidFill>
                <a:latin typeface="Malgun Gothic"/>
                <a:ea typeface="Malgun Gothic"/>
                <a:cs typeface="Malgun Gothic"/>
              </a:defRPr>
            </a:lvl8pPr>
            <a:lvl9pPr algn="l">
              <a:defRPr sz="3225" b="1">
                <a:solidFill>
                  <a:srgbClr val="F8F2FA"/>
                </a:solidFill>
                <a:latin typeface="Malgun Gothic"/>
                <a:ea typeface="Malgun Gothic"/>
                <a:cs typeface="Malgun Gothic"/>
              </a:defRPr>
            </a:lvl9pPr>
          </a:lstStyle>
          <a:p xmlns:a="http://schemas.openxmlformats.org/drawingml/2006/main">
            <a:pPr algn="l">
              <a:defRPr sz="3225" b="1">
                <a:solidFill>
                  <a:srgbClr val="F8F2FA"/>
                </a:solidFill>
                <a:latin typeface="Malgun Gothic"/>
                <a:ea typeface="Malgun Gothic"/>
                <a:cs typeface="Malgun Gothic"/>
              </a:defRPr>
            </a:pPr>
            <a:r>
              <a:rPr sz="3225" b="1">
                <a:solidFill>
                  <a:srgbClr val="F8F2FA"/>
                </a:solidFill>
                <a:latin typeface="Malgun Gothic"/>
                <a:ea typeface="Malgun Gothic"/>
                <a:cs typeface="Malgun Gothic"/>
              </a:rPr>
              <a:t>한 줄 소개와 레퍼런스</a:t>
            </a:r>
          </a:p>
        </p:txBody>
      </p:sp>
      <p:sp>
        <p:nvSpPr>
          <p:cNvPr id="3" name="01">
            <a:extLst xmlns:a="http://schemas.openxmlformats.org/drawingml/2006/main">
              <a:ext uri="{FF2B5EF4-FFF2-40B4-BE49-F238E27FC236}">
                <a16:creationId xmlns:a16="http://schemas.microsoft.com/office/drawing/2014/main" id="{80324021-9620-42C7-88DF-1412738BDCD8}"/>
              </a:ext>
            </a:extLst>
          </p:cNvPr>
          <p:cNvSpPr>
            <a:spLocks xmlns:a="http://schemas.openxmlformats.org/drawingml/2006/main" noGrp="1"/>
          </p:cNvSpPr>
          <p:nvPr/>
        </p:nvSpPr>
        <p:spPr>
          <a:xfrm xmlns:a="http://schemas.openxmlformats.org/drawingml/2006/main">
            <a:off x="10982325" y="6324600"/>
            <a:ext cx="590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BBAEC6"/>
                </a:solidFill>
                <a:latin typeface="Malgun Gothic"/>
                <a:ea typeface="Malgun Gothic"/>
                <a:cs typeface="Malgun Gothic"/>
              </a:defRPr>
            </a:defPPr>
            <a:lvl1pPr algn="r">
              <a:defRPr sz="1350" b="0">
                <a:solidFill>
                  <a:srgbClr val="BBAEC6"/>
                </a:solidFill>
                <a:latin typeface="Malgun Gothic"/>
                <a:ea typeface="Malgun Gothic"/>
                <a:cs typeface="Malgun Gothic"/>
              </a:defRPr>
            </a:lvl1pPr>
            <a:lvl2pPr algn="r">
              <a:defRPr sz="1350" b="0">
                <a:solidFill>
                  <a:srgbClr val="BBAEC6"/>
                </a:solidFill>
                <a:latin typeface="Malgun Gothic"/>
                <a:ea typeface="Malgun Gothic"/>
                <a:cs typeface="Malgun Gothic"/>
              </a:defRPr>
            </a:lvl2pPr>
            <a:lvl3pPr algn="r">
              <a:defRPr sz="1350" b="0">
                <a:solidFill>
                  <a:srgbClr val="BBAEC6"/>
                </a:solidFill>
                <a:latin typeface="Malgun Gothic"/>
                <a:ea typeface="Malgun Gothic"/>
                <a:cs typeface="Malgun Gothic"/>
              </a:defRPr>
            </a:lvl3pPr>
            <a:lvl4pPr algn="r">
              <a:defRPr sz="1350" b="0">
                <a:solidFill>
                  <a:srgbClr val="BBAEC6"/>
                </a:solidFill>
                <a:latin typeface="Malgun Gothic"/>
                <a:ea typeface="Malgun Gothic"/>
                <a:cs typeface="Malgun Gothic"/>
              </a:defRPr>
            </a:lvl4pPr>
            <a:lvl5pPr algn="r">
              <a:defRPr sz="1350" b="0">
                <a:solidFill>
                  <a:srgbClr val="BBAEC6"/>
                </a:solidFill>
                <a:latin typeface="Malgun Gothic"/>
                <a:ea typeface="Malgun Gothic"/>
                <a:cs typeface="Malgun Gothic"/>
              </a:defRPr>
            </a:lvl5pPr>
            <a:lvl6pPr algn="r">
              <a:defRPr sz="1350" b="0">
                <a:solidFill>
                  <a:srgbClr val="BBAEC6"/>
                </a:solidFill>
                <a:latin typeface="Malgun Gothic"/>
                <a:ea typeface="Malgun Gothic"/>
                <a:cs typeface="Malgun Gothic"/>
              </a:defRPr>
            </a:lvl6pPr>
            <a:lvl7pPr algn="r">
              <a:defRPr sz="1350" b="0">
                <a:solidFill>
                  <a:srgbClr val="BBAEC6"/>
                </a:solidFill>
                <a:latin typeface="Malgun Gothic"/>
                <a:ea typeface="Malgun Gothic"/>
                <a:cs typeface="Malgun Gothic"/>
              </a:defRPr>
            </a:lvl7pPr>
            <a:lvl8pPr algn="r">
              <a:defRPr sz="1350" b="0">
                <a:solidFill>
                  <a:srgbClr val="BBAEC6"/>
                </a:solidFill>
                <a:latin typeface="Malgun Gothic"/>
                <a:ea typeface="Malgun Gothic"/>
                <a:cs typeface="Malgun Gothic"/>
              </a:defRPr>
            </a:lvl8pPr>
            <a:lvl9pPr algn="r">
              <a:defRPr sz="1350" b="0">
                <a:solidFill>
                  <a:srgbClr val="BBAEC6"/>
                </a:solidFill>
                <a:latin typeface="Malgun Gothic"/>
                <a:ea typeface="Malgun Gothic"/>
                <a:cs typeface="Malgun Gothic"/>
              </a:defRPr>
            </a:lvl9pPr>
          </a:lstStyle>
          <a:p xmlns:a="http://schemas.openxmlformats.org/drawingml/2006/main">
            <a:pPr algn="r">
              <a:defRPr sz="1350" b="0">
                <a:solidFill>
                  <a:srgbClr val="BBAEC6"/>
                </a:solidFill>
                <a:latin typeface="Malgun Gothic"/>
                <a:ea typeface="Malgun Gothic"/>
                <a:cs typeface="Malgun Gothic"/>
              </a:defRPr>
            </a:pPr>
            <a:r>
              <a:rPr sz="1350" b="0">
                <a:solidFill>
                  <a:srgbClr val="BBAEC6"/>
                </a:solidFill>
                <a:latin typeface="Malgun Gothic"/>
                <a:ea typeface="Malgun Gothic"/>
                <a:cs typeface="Malgun Gothic"/>
              </a:rPr>
              <a:t>01</a:t>
            </a:r>
          </a:p>
        </p:txBody>
      </p:sp>
      <p:sp>
        <p:nvSpPr>
          <p:cNvPr id="4" name="처치와 아슬아슬한 회피로&#10;생존 시간을 다시 4초로 ">
            <a:extLst xmlns:a="http://schemas.openxmlformats.org/drawingml/2006/main">
              <a:ext uri="{FF2B5EF4-FFF2-40B4-BE49-F238E27FC236}">
                <a16:creationId xmlns:a16="http://schemas.microsoft.com/office/drawing/2014/main" id="{952A6AB0-33E0-4CFF-9B6F-F9E326142754}"/>
              </a:ext>
            </a:extLst>
          </p:cNvPr>
          <p:cNvSpPr>
            <a:spLocks xmlns:a="http://schemas.openxmlformats.org/drawingml/2006/main" noGrp="1"/>
          </p:cNvSpPr>
          <p:nvPr/>
        </p:nvSpPr>
        <p:spPr>
          <a:xfrm xmlns:a="http://schemas.openxmlformats.org/drawingml/2006/main">
            <a:off x="609600" y="1362075"/>
            <a:ext cx="10906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925" b="1">
                <a:solidFill>
                  <a:srgbClr val="F8F2FA"/>
                </a:solidFill>
                <a:latin typeface="Malgun Gothic"/>
                <a:ea typeface="Malgun Gothic"/>
                <a:cs typeface="Malgun Gothic"/>
              </a:defRPr>
            </a:defPPr>
            <a:lvl1pPr algn="l">
              <a:defRPr sz="2925" b="1">
                <a:solidFill>
                  <a:srgbClr val="F8F2FA"/>
                </a:solidFill>
                <a:latin typeface="Malgun Gothic"/>
                <a:ea typeface="Malgun Gothic"/>
                <a:cs typeface="Malgun Gothic"/>
              </a:defRPr>
            </a:lvl1pPr>
            <a:lvl2pPr algn="l">
              <a:defRPr sz="2925" b="1">
                <a:solidFill>
                  <a:srgbClr val="F8F2FA"/>
                </a:solidFill>
                <a:latin typeface="Malgun Gothic"/>
                <a:ea typeface="Malgun Gothic"/>
                <a:cs typeface="Malgun Gothic"/>
              </a:defRPr>
            </a:lvl2pPr>
            <a:lvl3pPr algn="l">
              <a:defRPr sz="2925" b="1">
                <a:solidFill>
                  <a:srgbClr val="F8F2FA"/>
                </a:solidFill>
                <a:latin typeface="Malgun Gothic"/>
                <a:ea typeface="Malgun Gothic"/>
                <a:cs typeface="Malgun Gothic"/>
              </a:defRPr>
            </a:lvl3pPr>
            <a:lvl4pPr algn="l">
              <a:defRPr sz="2925" b="1">
                <a:solidFill>
                  <a:srgbClr val="F8F2FA"/>
                </a:solidFill>
                <a:latin typeface="Malgun Gothic"/>
                <a:ea typeface="Malgun Gothic"/>
                <a:cs typeface="Malgun Gothic"/>
              </a:defRPr>
            </a:lvl4pPr>
            <a:lvl5pPr algn="l">
              <a:defRPr sz="2925" b="1">
                <a:solidFill>
                  <a:srgbClr val="F8F2FA"/>
                </a:solidFill>
                <a:latin typeface="Malgun Gothic"/>
                <a:ea typeface="Malgun Gothic"/>
                <a:cs typeface="Malgun Gothic"/>
              </a:defRPr>
            </a:lvl5pPr>
            <a:lvl6pPr algn="l">
              <a:defRPr sz="2925" b="1">
                <a:solidFill>
                  <a:srgbClr val="F8F2FA"/>
                </a:solidFill>
                <a:latin typeface="Malgun Gothic"/>
                <a:ea typeface="Malgun Gothic"/>
                <a:cs typeface="Malgun Gothic"/>
              </a:defRPr>
            </a:lvl6pPr>
            <a:lvl7pPr algn="l">
              <a:defRPr sz="2925" b="1">
                <a:solidFill>
                  <a:srgbClr val="F8F2FA"/>
                </a:solidFill>
                <a:latin typeface="Malgun Gothic"/>
                <a:ea typeface="Malgun Gothic"/>
                <a:cs typeface="Malgun Gothic"/>
              </a:defRPr>
            </a:lvl7pPr>
            <a:lvl8pPr algn="l">
              <a:defRPr sz="2925" b="1">
                <a:solidFill>
                  <a:srgbClr val="F8F2FA"/>
                </a:solidFill>
                <a:latin typeface="Malgun Gothic"/>
                <a:ea typeface="Malgun Gothic"/>
                <a:cs typeface="Malgun Gothic"/>
              </a:defRPr>
            </a:lvl8pPr>
            <a:lvl9pPr algn="l">
              <a:defRPr sz="2925" b="1">
                <a:solidFill>
                  <a:srgbClr val="F8F2FA"/>
                </a:solidFill>
                <a:latin typeface="Malgun Gothic"/>
                <a:ea typeface="Malgun Gothic"/>
                <a:cs typeface="Malgun Gothic"/>
              </a:defRPr>
            </a:lvl9pPr>
          </a:lstStyle>
          <a:p xmlns:a="http://schemas.openxmlformats.org/drawingml/2006/main">
            <a:pPr algn="l">
              <a:defRPr sz="2925" b="1">
                <a:solidFill>
                  <a:srgbClr val="F8F2FA"/>
                </a:solidFill>
                <a:latin typeface="Malgun Gothic"/>
                <a:ea typeface="Malgun Gothic"/>
                <a:cs typeface="Malgun Gothic"/>
              </a:defRPr>
            </a:pPr>
            <a:r>
              <a:rPr sz="2925" b="1">
                <a:solidFill>
                  <a:srgbClr val="F8F2FA"/>
                </a:solidFill>
                <a:latin typeface="Malgun Gothic"/>
                <a:ea typeface="Malgun Gothic"/>
                <a:cs typeface="Malgun Gothic"/>
              </a:rPr>
              <a:t>처치와 아슬아슬한 회피로</a:t>
            </a:r>
          </a:p>
          <a:p xmlns:a="http://schemas.openxmlformats.org/drawingml/2006/main">
            <a:pPr algn="l">
              <a:defRPr sz="2925" b="1">
                <a:solidFill>
                  <a:srgbClr val="F8F2FA"/>
                </a:solidFill>
                <a:latin typeface="Malgun Gothic"/>
                <a:ea typeface="Malgun Gothic"/>
                <a:cs typeface="Malgun Gothic"/>
              </a:defRPr>
            </a:pPr>
            <a:r>
              <a:rPr sz="2925" b="1">
                <a:solidFill>
                  <a:srgbClr val="F8F2FA"/>
                </a:solidFill>
                <a:latin typeface="Malgun Gothic"/>
                <a:ea typeface="Malgun Gothic"/>
                <a:cs typeface="Malgun Gothic"/>
              </a:rPr>
              <a:t>생존 시간을 다시 4초로 채우는 액션 러너</a:t>
            </a:r>
          </a:p>
        </p:txBody>
      </p:sp>
      <p:sp>
        <p:nvSpPr>
          <p:cNvPr id="5" name="Android 세로 화면의 싱글 플레이 3D 러너.">
            <a:extLst xmlns:a="http://schemas.openxmlformats.org/drawingml/2006/main">
              <a:ext uri="{FF2B5EF4-FFF2-40B4-BE49-F238E27FC236}">
                <a16:creationId xmlns:a16="http://schemas.microsoft.com/office/drawing/2014/main" id="{F7CA1300-DEA0-49EB-9944-804760FA926F}"/>
              </a:ext>
            </a:extLst>
          </p:cNvPr>
          <p:cNvSpPr>
            <a:spLocks xmlns:a="http://schemas.openxmlformats.org/drawingml/2006/main" noGrp="1"/>
          </p:cNvSpPr>
          <p:nvPr/>
        </p:nvSpPr>
        <p:spPr>
          <a:xfrm xmlns:a="http://schemas.openxmlformats.org/drawingml/2006/main">
            <a:off x="609600" y="270510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BBAEC6"/>
                </a:solidFill>
                <a:latin typeface="Malgun Gothic"/>
                <a:ea typeface="Malgun Gothic"/>
                <a:cs typeface="Malgun Gothic"/>
              </a:defRPr>
            </a:defPPr>
            <a:lvl1pPr algn="l">
              <a:defRPr sz="1875" b="0">
                <a:solidFill>
                  <a:srgbClr val="BBAEC6"/>
                </a:solidFill>
                <a:latin typeface="Malgun Gothic"/>
                <a:ea typeface="Malgun Gothic"/>
                <a:cs typeface="Malgun Gothic"/>
              </a:defRPr>
            </a:lvl1pPr>
            <a:lvl2pPr algn="l">
              <a:defRPr sz="1875" b="0">
                <a:solidFill>
                  <a:srgbClr val="BBAEC6"/>
                </a:solidFill>
                <a:latin typeface="Malgun Gothic"/>
                <a:ea typeface="Malgun Gothic"/>
                <a:cs typeface="Malgun Gothic"/>
              </a:defRPr>
            </a:lvl2pPr>
            <a:lvl3pPr algn="l">
              <a:defRPr sz="1875" b="0">
                <a:solidFill>
                  <a:srgbClr val="BBAEC6"/>
                </a:solidFill>
                <a:latin typeface="Malgun Gothic"/>
                <a:ea typeface="Malgun Gothic"/>
                <a:cs typeface="Malgun Gothic"/>
              </a:defRPr>
            </a:lvl3pPr>
            <a:lvl4pPr algn="l">
              <a:defRPr sz="1875" b="0">
                <a:solidFill>
                  <a:srgbClr val="BBAEC6"/>
                </a:solidFill>
                <a:latin typeface="Malgun Gothic"/>
                <a:ea typeface="Malgun Gothic"/>
                <a:cs typeface="Malgun Gothic"/>
              </a:defRPr>
            </a:lvl4pPr>
            <a:lvl5pPr algn="l">
              <a:defRPr sz="1875" b="0">
                <a:solidFill>
                  <a:srgbClr val="BBAEC6"/>
                </a:solidFill>
                <a:latin typeface="Malgun Gothic"/>
                <a:ea typeface="Malgun Gothic"/>
                <a:cs typeface="Malgun Gothic"/>
              </a:defRPr>
            </a:lvl5pPr>
            <a:lvl6pPr algn="l">
              <a:defRPr sz="1875" b="0">
                <a:solidFill>
                  <a:srgbClr val="BBAEC6"/>
                </a:solidFill>
                <a:latin typeface="Malgun Gothic"/>
                <a:ea typeface="Malgun Gothic"/>
                <a:cs typeface="Malgun Gothic"/>
              </a:defRPr>
            </a:lvl6pPr>
            <a:lvl7pPr algn="l">
              <a:defRPr sz="1875" b="0">
                <a:solidFill>
                  <a:srgbClr val="BBAEC6"/>
                </a:solidFill>
                <a:latin typeface="Malgun Gothic"/>
                <a:ea typeface="Malgun Gothic"/>
                <a:cs typeface="Malgun Gothic"/>
              </a:defRPr>
            </a:lvl7pPr>
            <a:lvl8pPr algn="l">
              <a:defRPr sz="1875" b="0">
                <a:solidFill>
                  <a:srgbClr val="BBAEC6"/>
                </a:solidFill>
                <a:latin typeface="Malgun Gothic"/>
                <a:ea typeface="Malgun Gothic"/>
                <a:cs typeface="Malgun Gothic"/>
              </a:defRPr>
            </a:lvl8pPr>
            <a:lvl9pPr algn="l">
              <a:defRPr sz="1875" b="0">
                <a:solidFill>
                  <a:srgbClr val="BBAEC6"/>
                </a:solidFill>
                <a:latin typeface="Malgun Gothic"/>
                <a:ea typeface="Malgun Gothic"/>
                <a:cs typeface="Malgun Gothic"/>
              </a:defRPr>
            </a:lvl9pPr>
          </a:lstStyle>
          <a:p xmlns:a="http://schemas.openxmlformats.org/drawingml/2006/main">
            <a:pPr algn="l">
              <a:defRPr sz="1875" b="0">
                <a:solidFill>
                  <a:srgbClr val="BBAEC6"/>
                </a:solidFill>
                <a:latin typeface="Malgun Gothic"/>
                <a:ea typeface="Malgun Gothic"/>
                <a:cs typeface="Malgun Gothic"/>
              </a:defRPr>
            </a:pPr>
            <a:r>
              <a:rPr sz="1875" b="0">
                <a:solidFill>
                  <a:srgbClr val="BBAEC6"/>
                </a:solidFill>
                <a:latin typeface="Malgun Gothic"/>
                <a:ea typeface="Malgun Gothic"/>
                <a:cs typeface="Malgun Gothic"/>
              </a:rPr>
              <a:t>Android 세로 화면의 싱글 플레이 3D 러너. 시간 압박 속에서 이동과 공격을 이어 간다.</a:t>
            </a:r>
          </a:p>
        </p:txBody>
      </p:sp>
      <p:graphicFrame>
        <p:nvGraphicFramePr>
          <p:cNvPr id="6" name="">
            <a:extLst xmlns:a="http://schemas.openxmlformats.org/drawingml/2006/main">
              <a:ext uri="{FF2B5EF4-FFF2-40B4-BE49-F238E27FC236}">
                <a16:creationId xmlns:a16="http://schemas.microsoft.com/office/drawing/2014/main" id="{F143D6B3-99C3-4FE2-A601-741129426458}"/>
              </a:ext>
            </a:extLst>
          </p:cNvPr>
          <p:cNvGraphicFramePr/>
          <p:nvPr/>
        </p:nvGraphicFramePr>
        <p:xfrm>
          <a:off xmlns:a="http://schemas.openxmlformats.org/drawingml/2006/main" x="609600" y="3552825"/>
          <a:ext xmlns:a="http://schemas.openxmlformats.org/drawingml/2006/main" cx="10972800" cy="2219325"/>
        </p:xfrm>
        <a:graphic xmlns:a="http://schemas.openxmlformats.org/drawingml/2006/main">
          <a:graphicData uri="http://schemas.openxmlformats.org/drawingml/2006/table">
            <a:tbl>
              <a:tblPr firstRow="0" bandRow="0"/>
              <a:tblGrid>
                <a:gridCol w="2762250"/>
                <a:gridCol w="4000500"/>
                <a:gridCol w="4210050"/>
              </a:tblGrid>
              <a:tr h="739775">
                <a:tc>
                  <a:txBody>
                    <a:bodyPr/>
                    <a:lstStyle/>
                    <a:p>
                      <a:r>
                        <a:rPr sz="1725" b="1">
                          <a:solidFill>
                            <a:srgbClr val="F2B6D3"/>
                          </a:solidFill>
                          <a:latin typeface="Malgun Gothic"/>
                          <a:ea typeface="Malgun Gothic"/>
                          <a:cs typeface="Malgun Gothic"/>
                        </a:rPr>
                        <a:t>레퍼런스</a:t>
                      </a:r>
                    </a:p>
                  </a:txBody>
                  <a:tcPr marL="133350" marR="133350" marT="95250" marB="76200">
                    <a:lnL w="9525">
                      <a:solidFill>
                        <a:srgbClr val="45364F"/>
                      </a:solidFill>
                      <a:prstDash val="solid"/>
                    </a:lnL>
                    <a:lnR w="9525">
                      <a:solidFill>
                        <a:srgbClr val="45364F"/>
                      </a:solidFill>
                      <a:prstDash val="solid"/>
                    </a:lnR>
                    <a:lnT w="9525">
                      <a:solidFill>
                        <a:srgbClr val="45364F"/>
                      </a:solidFill>
                      <a:prstDash val="solid"/>
                    </a:lnT>
                    <a:lnB w="9525">
                      <a:solidFill>
                        <a:srgbClr val="45364F"/>
                      </a:solidFill>
                      <a:prstDash val="solid"/>
                    </a:lnB>
                    <a:solidFill>
                      <a:srgbClr val="35182D"/>
                    </a:solidFill>
                  </a:tcPr>
                </a:tc>
                <a:tc>
                  <a:txBody>
                    <a:bodyPr/>
                    <a:lstStyle/>
                    <a:p>
                      <a:r>
                        <a:rPr sz="1725" b="1">
                          <a:solidFill>
                            <a:srgbClr val="F2B6D3"/>
                          </a:solidFill>
                          <a:latin typeface="Malgun Gothic"/>
                          <a:ea typeface="Malgun Gothic"/>
                          <a:cs typeface="Malgun Gothic"/>
                        </a:rPr>
                        <a:t>참고 요소</a:t>
                      </a:r>
                    </a:p>
                  </a:txBody>
                  <a:tcPr marL="133350" marR="133350" marT="95250" marB="76200">
                    <a:lnR w="9525">
                      <a:solidFill>
                        <a:srgbClr val="45364F"/>
                      </a:solidFill>
                      <a:prstDash val="solid"/>
                    </a:lnR>
                    <a:lnT w="9525">
                      <a:solidFill>
                        <a:srgbClr val="45364F"/>
                      </a:solidFill>
                      <a:prstDash val="solid"/>
                    </a:lnT>
                    <a:lnB w="9525">
                      <a:solidFill>
                        <a:srgbClr val="45364F"/>
                      </a:solidFill>
                      <a:prstDash val="solid"/>
                    </a:lnB>
                    <a:solidFill>
                      <a:srgbClr val="35182D"/>
                    </a:solidFill>
                  </a:tcPr>
                </a:tc>
                <a:tc>
                  <a:txBody>
                    <a:bodyPr/>
                    <a:lstStyle/>
                    <a:p>
                      <a:r>
                        <a:rPr sz="1725" b="1">
                          <a:solidFill>
                            <a:srgbClr val="F2B6D3"/>
                          </a:solidFill>
                          <a:latin typeface="Malgun Gothic"/>
                          <a:ea typeface="Malgun Gothic"/>
                          <a:cs typeface="Malgun Gothic"/>
                        </a:rPr>
                        <a:t>Deadline:4초의 적용</a:t>
                      </a:r>
                    </a:p>
                  </a:txBody>
                  <a:tcPr marL="133350" marR="133350" marT="95250" marB="76200">
                    <a:lnR w="9525">
                      <a:solidFill>
                        <a:srgbClr val="45364F"/>
                      </a:solidFill>
                      <a:prstDash val="solid"/>
                    </a:lnR>
                    <a:lnT w="9525">
                      <a:solidFill>
                        <a:srgbClr val="45364F"/>
                      </a:solidFill>
                      <a:prstDash val="solid"/>
                    </a:lnT>
                    <a:lnB w="9525">
                      <a:solidFill>
                        <a:srgbClr val="45364F"/>
                      </a:solidFill>
                      <a:prstDash val="solid"/>
                    </a:lnB>
                    <a:solidFill>
                      <a:srgbClr val="35182D"/>
                    </a:solidFill>
                  </a:tcPr>
                </a:tc>
              </a:tr>
              <a:tr h="739775">
                <a:tc>
                  <a:txBody>
                    <a:bodyPr/>
                    <a:lstStyle/>
                    <a:p>
                      <a:r>
                        <a:rPr sz="1725" b="0">
                          <a:solidFill>
                            <a:srgbClr val="F2B6D3"/>
                          </a:solidFill>
                          <a:latin typeface="Malgun Gothic"/>
                          <a:ea typeface="Malgun Gothic"/>
                          <a:cs typeface="Malgun Gothic"/>
                          <a:hlinkClick xmlns:r="http://schemas.openxmlformats.org/officeDocument/2006/relationships" r:id="R509602c8581d43cb"/>
                        </a:rPr>
                        <a:t>Slash &amp; Girl</a:t>
                      </a:r>
                    </a:p>
                    <a:p>
                      <a:r>
                        <a:rPr sz="1725" b="0">
                          <a:solidFill>
                            <a:srgbClr val="F8F2FA"/>
                          </a:solidFill>
                          <a:latin typeface="Malgun Gothic"/>
                          <a:ea typeface="Malgun Gothic"/>
                          <a:cs typeface="Malgun Gothic"/>
                        </a:rPr>
                        <a:t>Endless Run</a:t>
                      </a:r>
                    </a:p>
                  </a:txBody>
                  <a:tcPr marL="133350" marR="133350" marT="95250" marB="76200">
                    <a:lnL w="9525">
                      <a:solidFill>
                        <a:srgbClr val="45364F"/>
                      </a:solidFill>
                      <a:prstDash val="solid"/>
                    </a:lnL>
                    <a:lnR w="9525">
                      <a:solidFill>
                        <a:srgbClr val="45364F"/>
                      </a:solidFill>
                      <a:prstDash val="solid"/>
                    </a:lnR>
                    <a:lnB w="9525">
                      <a:solidFill>
                        <a:srgbClr val="45364F"/>
                      </a:solidFill>
                      <a:prstDash val="solid"/>
                    </a:lnB>
                    <a:solidFill>
                      <a:srgbClr val="100E16"/>
                    </a:solidFill>
                  </a:tcPr>
                </a:tc>
                <a:tc>
                  <a:txBody>
                    <a:bodyPr/>
                    <a:lstStyle/>
                    <a:p>
                      <a:r>
                        <a:rPr sz="1725" b="0">
                          <a:solidFill>
                            <a:srgbClr val="F8F2FA"/>
                          </a:solidFill>
                          <a:latin typeface="Malgun Gothic"/>
                          <a:ea typeface="Malgun Gothic"/>
                          <a:cs typeface="Malgun Gothic"/>
                        </a:rPr>
                        <a:t>질주 중 베기와 타격 피드백</a:t>
                      </a:r>
                    </a:p>
                  </a:txBody>
                  <a:tcPr marL="133350" marR="133350" marT="95250" marB="76200">
                    <a:lnR w="9525">
                      <a:solidFill>
                        <a:srgbClr val="45364F"/>
                      </a:solidFill>
                      <a:prstDash val="solid"/>
                    </a:lnR>
                    <a:lnB w="9525">
                      <a:solidFill>
                        <a:srgbClr val="45364F"/>
                      </a:solidFill>
                      <a:prstDash val="solid"/>
                    </a:lnB>
                    <a:solidFill>
                      <a:srgbClr val="100E16"/>
                    </a:solidFill>
                  </a:tcPr>
                </a:tc>
                <a:tc>
                  <a:txBody>
                    <a:bodyPr/>
                    <a:lstStyle/>
                    <a:p>
                      <a:r>
                        <a:rPr sz="1725" b="0">
                          <a:solidFill>
                            <a:srgbClr val="F8F2FA"/>
                          </a:solidFill>
                          <a:latin typeface="Malgun Gothic"/>
                          <a:ea typeface="Malgun Gothic"/>
                          <a:cs typeface="Malgun Gothic"/>
                        </a:rPr>
                        <a:t>이동과 전투를 연결하고</a:t>
                      </a:r>
                    </a:p>
                    <a:p>
                      <a:r>
                        <a:rPr sz="1725" b="0">
                          <a:solidFill>
                            <a:srgbClr val="F8F2FA"/>
                          </a:solidFill>
                          <a:latin typeface="Malgun Gothic"/>
                          <a:ea typeface="Malgun Gothic"/>
                          <a:cs typeface="Malgun Gothic"/>
                        </a:rPr>
                        <a:t>성공을 즉시 전달</a:t>
                      </a:r>
                    </a:p>
                  </a:txBody>
                  <a:tcPr marL="133350" marR="133350" marT="95250" marB="76200">
                    <a:lnR w="9525">
                      <a:solidFill>
                        <a:srgbClr val="45364F"/>
                      </a:solidFill>
                      <a:prstDash val="solid"/>
                    </a:lnR>
                    <a:lnB w="9525">
                      <a:solidFill>
                        <a:srgbClr val="45364F"/>
                      </a:solidFill>
                      <a:prstDash val="solid"/>
                    </a:lnB>
                    <a:solidFill>
                      <a:srgbClr val="100E16"/>
                    </a:solidFill>
                  </a:tcPr>
                </a:tc>
              </a:tr>
              <a:tr h="739775">
                <a:tc>
                  <a:txBody>
                    <a:bodyPr/>
                    <a:lstStyle/>
                    <a:p>
                      <a:r>
                        <a:rPr sz="1725" b="0">
                          <a:solidFill>
                            <a:srgbClr val="F2B6D3"/>
                          </a:solidFill>
                          <a:latin typeface="Malgun Gothic"/>
                          <a:ea typeface="Malgun Gothic"/>
                          <a:cs typeface="Malgun Gothic"/>
                          <a:hlinkClick xmlns:r="http://schemas.openxmlformats.org/officeDocument/2006/relationships" r:id="Rcdd881fb247c4913"/>
                        </a:rPr>
                        <a:t>Blades of Brim</a:t>
                      </a:r>
                    </a:p>
                  </a:txBody>
                  <a:tcPr marL="133350" marR="133350" marT="95250" marB="76200">
                    <a:lnL w="9525">
                      <a:solidFill>
                        <a:srgbClr val="45364F"/>
                      </a:solidFill>
                      <a:prstDash val="solid"/>
                    </a:lnL>
                    <a:lnR w="9525">
                      <a:solidFill>
                        <a:srgbClr val="45364F"/>
                      </a:solidFill>
                      <a:prstDash val="solid"/>
                    </a:lnR>
                    <a:lnB w="9525">
                      <a:solidFill>
                        <a:srgbClr val="45364F"/>
                      </a:solidFill>
                      <a:prstDash val="solid"/>
                    </a:lnB>
                    <a:solidFill>
                      <a:srgbClr val="100E16"/>
                    </a:solidFill>
                  </a:tcPr>
                </a:tc>
                <a:tc>
                  <a:txBody>
                    <a:bodyPr/>
                    <a:lstStyle/>
                    <a:p>
                      <a:r>
                        <a:rPr sz="1725" b="0">
                          <a:solidFill>
                            <a:srgbClr val="F8F2FA"/>
                          </a:solidFill>
                          <a:latin typeface="Malgun Gothic"/>
                          <a:ea typeface="Malgun Gothic"/>
                          <a:cs typeface="Malgun Gothic"/>
                        </a:rPr>
                        <a:t>러닝과 전투, 연속 콤보</a:t>
                      </a:r>
                    </a:p>
                    <a:p>
                      <a:r>
                        <a:rPr sz="1725" b="0">
                          <a:solidFill>
                            <a:srgbClr val="F8F2FA"/>
                          </a:solidFill>
                          <a:latin typeface="Malgun Gothic"/>
                          <a:ea typeface="Malgun Gothic"/>
                          <a:cs typeface="Malgun Gothic"/>
                        </a:rPr>
                        <a:t>수집과 성장</a:t>
                      </a:r>
                    </a:p>
                  </a:txBody>
                  <a:tcPr marL="133350" marR="133350" marT="95250" marB="76200">
                    <a:lnR w="9525">
                      <a:solidFill>
                        <a:srgbClr val="45364F"/>
                      </a:solidFill>
                      <a:prstDash val="solid"/>
                    </a:lnR>
                    <a:lnB w="9525">
                      <a:solidFill>
                        <a:srgbClr val="45364F"/>
                      </a:solidFill>
                      <a:prstDash val="solid"/>
                    </a:lnB>
                    <a:solidFill>
                      <a:srgbClr val="100E16"/>
                    </a:solidFill>
                  </a:tcPr>
                </a:tc>
                <a:tc>
                  <a:txBody>
                    <a:bodyPr/>
                    <a:lstStyle/>
                    <a:p>
                      <a:r>
                        <a:rPr sz="1725" b="0">
                          <a:solidFill>
                            <a:srgbClr val="F8F2FA"/>
                          </a:solidFill>
                          <a:latin typeface="Malgun Gothic"/>
                          <a:ea typeface="Malgun Gothic"/>
                          <a:cs typeface="Malgun Gothic"/>
                        </a:rPr>
                        <a:t>연속 행동과 기록 갱신</a:t>
                      </a:r>
                    </a:p>
                    <a:p>
                      <a:r>
                        <a:rPr sz="1725" b="0">
                          <a:solidFill>
                            <a:srgbClr val="F8F2FA"/>
                          </a:solidFill>
                          <a:latin typeface="Malgun Gothic"/>
                          <a:ea typeface="Malgun Gothic"/>
                          <a:cs typeface="Malgun Gothic"/>
                        </a:rPr>
                        <a:t>기존 성장 기능은 선택 범위</a:t>
                      </a:r>
                    </a:p>
                  </a:txBody>
                  <a:tcPr marL="133350" marR="133350" marT="95250" marB="76200">
                    <a:lnR w="9525">
                      <a:solidFill>
                        <a:srgbClr val="45364F"/>
                      </a:solidFill>
                      <a:prstDash val="solid"/>
                    </a:lnR>
                    <a:lnB w="9525">
                      <a:solidFill>
                        <a:srgbClr val="45364F"/>
                      </a:solidFill>
                      <a:prstDash val="solid"/>
                    </a:lnB>
                    <a:solidFill>
                      <a:srgbClr val="100E16"/>
                    </a:solidFill>
                  </a:tcPr>
                </a:tc>
              </a:tr>
            </a:tbl>
          </a:graphicData>
        </a:graphic>
      </p:graphicFrame>
      <p:sp>
        <p:nvSpPr>
          <p:cNvPr id="7" name="핵심 차별점은 기본 모드의 4초 생존 타이머와 성공">
            <a:extLst xmlns:a="http://schemas.openxmlformats.org/drawingml/2006/main">
              <a:ext uri="{FF2B5EF4-FFF2-40B4-BE49-F238E27FC236}">
                <a16:creationId xmlns:a16="http://schemas.microsoft.com/office/drawing/2014/main" id="{C9FF7370-907A-40A3-B52E-E0389A1DAB93}"/>
              </a:ext>
            </a:extLst>
          </p:cNvPr>
          <p:cNvSpPr>
            <a:spLocks xmlns:a="http://schemas.openxmlformats.org/drawingml/2006/main" noGrp="1"/>
          </p:cNvSpPr>
          <p:nvPr/>
        </p:nvSpPr>
        <p:spPr>
          <a:xfrm xmlns:a="http://schemas.openxmlformats.org/drawingml/2006/main">
            <a:off x="609600" y="5981700"/>
            <a:ext cx="1028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F2B6D3"/>
                </a:solidFill>
                <a:latin typeface="Malgun Gothic"/>
                <a:ea typeface="Malgun Gothic"/>
                <a:cs typeface="Malgun Gothic"/>
              </a:defRPr>
            </a:defPPr>
            <a:lvl1pPr algn="l">
              <a:defRPr sz="1800" b="1">
                <a:solidFill>
                  <a:srgbClr val="F2B6D3"/>
                </a:solidFill>
                <a:latin typeface="Malgun Gothic"/>
                <a:ea typeface="Malgun Gothic"/>
                <a:cs typeface="Malgun Gothic"/>
              </a:defRPr>
            </a:lvl1pPr>
            <a:lvl2pPr algn="l">
              <a:defRPr sz="1800" b="1">
                <a:solidFill>
                  <a:srgbClr val="F2B6D3"/>
                </a:solidFill>
                <a:latin typeface="Malgun Gothic"/>
                <a:ea typeface="Malgun Gothic"/>
                <a:cs typeface="Malgun Gothic"/>
              </a:defRPr>
            </a:lvl2pPr>
            <a:lvl3pPr algn="l">
              <a:defRPr sz="1800" b="1">
                <a:solidFill>
                  <a:srgbClr val="F2B6D3"/>
                </a:solidFill>
                <a:latin typeface="Malgun Gothic"/>
                <a:ea typeface="Malgun Gothic"/>
                <a:cs typeface="Malgun Gothic"/>
              </a:defRPr>
            </a:lvl3pPr>
            <a:lvl4pPr algn="l">
              <a:defRPr sz="1800" b="1">
                <a:solidFill>
                  <a:srgbClr val="F2B6D3"/>
                </a:solidFill>
                <a:latin typeface="Malgun Gothic"/>
                <a:ea typeface="Malgun Gothic"/>
                <a:cs typeface="Malgun Gothic"/>
              </a:defRPr>
            </a:lvl4pPr>
            <a:lvl5pPr algn="l">
              <a:defRPr sz="1800" b="1">
                <a:solidFill>
                  <a:srgbClr val="F2B6D3"/>
                </a:solidFill>
                <a:latin typeface="Malgun Gothic"/>
                <a:ea typeface="Malgun Gothic"/>
                <a:cs typeface="Malgun Gothic"/>
              </a:defRPr>
            </a:lvl5pPr>
            <a:lvl6pPr algn="l">
              <a:defRPr sz="1800" b="1">
                <a:solidFill>
                  <a:srgbClr val="F2B6D3"/>
                </a:solidFill>
                <a:latin typeface="Malgun Gothic"/>
                <a:ea typeface="Malgun Gothic"/>
                <a:cs typeface="Malgun Gothic"/>
              </a:defRPr>
            </a:lvl6pPr>
            <a:lvl7pPr algn="l">
              <a:defRPr sz="1800" b="1">
                <a:solidFill>
                  <a:srgbClr val="F2B6D3"/>
                </a:solidFill>
                <a:latin typeface="Malgun Gothic"/>
                <a:ea typeface="Malgun Gothic"/>
                <a:cs typeface="Malgun Gothic"/>
              </a:defRPr>
            </a:lvl7pPr>
            <a:lvl8pPr algn="l">
              <a:defRPr sz="1800" b="1">
                <a:solidFill>
                  <a:srgbClr val="F2B6D3"/>
                </a:solidFill>
                <a:latin typeface="Malgun Gothic"/>
                <a:ea typeface="Malgun Gothic"/>
                <a:cs typeface="Malgun Gothic"/>
              </a:defRPr>
            </a:lvl8pPr>
            <a:lvl9pPr algn="l">
              <a:defRPr sz="1800" b="1">
                <a:solidFill>
                  <a:srgbClr val="F2B6D3"/>
                </a:solidFill>
                <a:latin typeface="Malgun Gothic"/>
                <a:ea typeface="Malgun Gothic"/>
                <a:cs typeface="Malgun Gothic"/>
              </a:defRPr>
            </a:lvl9pPr>
          </a:lstStyle>
          <a:p xmlns:a="http://schemas.openxmlformats.org/drawingml/2006/main">
            <a:pPr algn="l">
              <a:defRPr sz="1800" b="1">
                <a:solidFill>
                  <a:srgbClr val="F2B6D3"/>
                </a:solidFill>
                <a:latin typeface="Malgun Gothic"/>
                <a:ea typeface="Malgun Gothic"/>
                <a:cs typeface="Malgun Gothic"/>
              </a:defRPr>
            </a:pPr>
            <a:r>
              <a:rPr sz="1800" b="1">
                <a:solidFill>
                  <a:srgbClr val="F2B6D3"/>
                </a:solidFill>
                <a:latin typeface="Malgun Gothic"/>
                <a:ea typeface="Malgun Gothic"/>
                <a:cs typeface="Malgun Gothic"/>
              </a:rPr>
              <a:t>핵심 차별점은 기본 모드의 4초 생존 타이머와 성공 시 회복 규칙이다</a:t>
            </a:r>
          </a:p>
        </p:txBody>
      </p:sp>
    </p:spTree>
    <p:extLst>
      <p:ext uri="{BB962C8B-B14F-4D97-AF65-F5344CB8AC3E}">
        <p14:creationId xmlns:p14="http://schemas.microsoft.com/office/powerpoint/2010/main" val="1661576297"/>
      </p:ext>
    </p:extLst>
  </p:cSld>
</p:sld>
</file>

<file path=ppt/slides/slide3.xml><?xml version="1.0" encoding="utf-8"?>
<p:sld xmlns:p="http://schemas.openxmlformats.org/presentationml/2006/main">
  <p:cSld>
    <p:bg>
      <p:bgPr>
        <a:solidFill xmlns:a="http://schemas.openxmlformats.org/drawingml/2006/main">
          <a:srgbClr val="100E16"/>
        </a:solidFill>
      </p:bgPr>
    </p:bg>
    <p:spTree>
      <p:nvGrpSpPr>
        <p:cNvPr id="1" name=""/>
        <p:cNvGrpSpPr/>
        <p:nvPr/>
      </p:nvGrpSpPr>
      <p:grpSpPr>
        <a:xfrm xmlns:a="http://schemas.openxmlformats.org/drawingml/2006/main"/>
      </p:grpSpPr>
      <p:sp>
        <p:nvSpPr>
          <p:cNvPr id="2" name="핵심 루프와 승리·패배 조건">
            <a:extLst xmlns:a="http://schemas.openxmlformats.org/drawingml/2006/main">
              <a:ext uri="{FF2B5EF4-FFF2-40B4-BE49-F238E27FC236}">
                <a16:creationId xmlns:a16="http://schemas.microsoft.com/office/drawing/2014/main" id="{D2B90AD2-E698-4474-9994-6E7FBA44E872}"/>
              </a:ext>
            </a:extLst>
          </p:cNvPr>
          <p:cNvSpPr>
            <a:spLocks xmlns:a="http://schemas.openxmlformats.org/drawingml/2006/main" noGrp="1"/>
          </p:cNvSpPr>
          <p:nvPr/>
        </p:nvSpPr>
        <p:spPr>
          <a:xfrm xmlns:a="http://schemas.openxmlformats.org/drawingml/2006/main">
            <a:off x="609600" y="428625"/>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F8F2FA"/>
                </a:solidFill>
                <a:latin typeface="Malgun Gothic"/>
                <a:ea typeface="Malgun Gothic"/>
                <a:cs typeface="Malgun Gothic"/>
              </a:defRPr>
            </a:defPPr>
            <a:lvl1pPr algn="l">
              <a:defRPr sz="3225" b="1">
                <a:solidFill>
                  <a:srgbClr val="F8F2FA"/>
                </a:solidFill>
                <a:latin typeface="Malgun Gothic"/>
                <a:ea typeface="Malgun Gothic"/>
                <a:cs typeface="Malgun Gothic"/>
              </a:defRPr>
            </a:lvl1pPr>
            <a:lvl2pPr algn="l">
              <a:defRPr sz="3225" b="1">
                <a:solidFill>
                  <a:srgbClr val="F8F2FA"/>
                </a:solidFill>
                <a:latin typeface="Malgun Gothic"/>
                <a:ea typeface="Malgun Gothic"/>
                <a:cs typeface="Malgun Gothic"/>
              </a:defRPr>
            </a:lvl2pPr>
            <a:lvl3pPr algn="l">
              <a:defRPr sz="3225" b="1">
                <a:solidFill>
                  <a:srgbClr val="F8F2FA"/>
                </a:solidFill>
                <a:latin typeface="Malgun Gothic"/>
                <a:ea typeface="Malgun Gothic"/>
                <a:cs typeface="Malgun Gothic"/>
              </a:defRPr>
            </a:lvl3pPr>
            <a:lvl4pPr algn="l">
              <a:defRPr sz="3225" b="1">
                <a:solidFill>
                  <a:srgbClr val="F8F2FA"/>
                </a:solidFill>
                <a:latin typeface="Malgun Gothic"/>
                <a:ea typeface="Malgun Gothic"/>
                <a:cs typeface="Malgun Gothic"/>
              </a:defRPr>
            </a:lvl4pPr>
            <a:lvl5pPr algn="l">
              <a:defRPr sz="3225" b="1">
                <a:solidFill>
                  <a:srgbClr val="F8F2FA"/>
                </a:solidFill>
                <a:latin typeface="Malgun Gothic"/>
                <a:ea typeface="Malgun Gothic"/>
                <a:cs typeface="Malgun Gothic"/>
              </a:defRPr>
            </a:lvl5pPr>
            <a:lvl6pPr algn="l">
              <a:defRPr sz="3225" b="1">
                <a:solidFill>
                  <a:srgbClr val="F8F2FA"/>
                </a:solidFill>
                <a:latin typeface="Malgun Gothic"/>
                <a:ea typeface="Malgun Gothic"/>
                <a:cs typeface="Malgun Gothic"/>
              </a:defRPr>
            </a:lvl6pPr>
            <a:lvl7pPr algn="l">
              <a:defRPr sz="3225" b="1">
                <a:solidFill>
                  <a:srgbClr val="F8F2FA"/>
                </a:solidFill>
                <a:latin typeface="Malgun Gothic"/>
                <a:ea typeface="Malgun Gothic"/>
                <a:cs typeface="Malgun Gothic"/>
              </a:defRPr>
            </a:lvl7pPr>
            <a:lvl8pPr algn="l">
              <a:defRPr sz="3225" b="1">
                <a:solidFill>
                  <a:srgbClr val="F8F2FA"/>
                </a:solidFill>
                <a:latin typeface="Malgun Gothic"/>
                <a:ea typeface="Malgun Gothic"/>
                <a:cs typeface="Malgun Gothic"/>
              </a:defRPr>
            </a:lvl8pPr>
            <a:lvl9pPr algn="l">
              <a:defRPr sz="3225" b="1">
                <a:solidFill>
                  <a:srgbClr val="F8F2FA"/>
                </a:solidFill>
                <a:latin typeface="Malgun Gothic"/>
                <a:ea typeface="Malgun Gothic"/>
                <a:cs typeface="Malgun Gothic"/>
              </a:defRPr>
            </a:lvl9pPr>
          </a:lstStyle>
          <a:p xmlns:a="http://schemas.openxmlformats.org/drawingml/2006/main">
            <a:pPr algn="l">
              <a:defRPr sz="3225" b="1">
                <a:solidFill>
                  <a:srgbClr val="F8F2FA"/>
                </a:solidFill>
                <a:latin typeface="Malgun Gothic"/>
                <a:ea typeface="Malgun Gothic"/>
                <a:cs typeface="Malgun Gothic"/>
              </a:defRPr>
            </a:pPr>
            <a:r>
              <a:rPr sz="3225" b="1">
                <a:solidFill>
                  <a:srgbClr val="F8F2FA"/>
                </a:solidFill>
                <a:latin typeface="Malgun Gothic"/>
                <a:ea typeface="Malgun Gothic"/>
                <a:cs typeface="Malgun Gothic"/>
              </a:rPr>
              <a:t>핵심 루프와 승리·패배 조건</a:t>
            </a:r>
          </a:p>
        </p:txBody>
      </p:sp>
      <p:sp>
        <p:nvSpPr>
          <p:cNvPr id="3" name="02">
            <a:extLst xmlns:a="http://schemas.openxmlformats.org/drawingml/2006/main">
              <a:ext uri="{FF2B5EF4-FFF2-40B4-BE49-F238E27FC236}">
                <a16:creationId xmlns:a16="http://schemas.microsoft.com/office/drawing/2014/main" id="{3CCF2143-C1AC-426F-A85C-65E66B10DEEC}"/>
              </a:ext>
            </a:extLst>
          </p:cNvPr>
          <p:cNvSpPr>
            <a:spLocks xmlns:a="http://schemas.openxmlformats.org/drawingml/2006/main" noGrp="1"/>
          </p:cNvSpPr>
          <p:nvPr/>
        </p:nvSpPr>
        <p:spPr>
          <a:xfrm xmlns:a="http://schemas.openxmlformats.org/drawingml/2006/main">
            <a:off x="10982325" y="6324600"/>
            <a:ext cx="590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BBAEC6"/>
                </a:solidFill>
                <a:latin typeface="Malgun Gothic"/>
                <a:ea typeface="Malgun Gothic"/>
                <a:cs typeface="Malgun Gothic"/>
              </a:defRPr>
            </a:defPPr>
            <a:lvl1pPr algn="r">
              <a:defRPr sz="1350" b="0">
                <a:solidFill>
                  <a:srgbClr val="BBAEC6"/>
                </a:solidFill>
                <a:latin typeface="Malgun Gothic"/>
                <a:ea typeface="Malgun Gothic"/>
                <a:cs typeface="Malgun Gothic"/>
              </a:defRPr>
            </a:lvl1pPr>
            <a:lvl2pPr algn="r">
              <a:defRPr sz="1350" b="0">
                <a:solidFill>
                  <a:srgbClr val="BBAEC6"/>
                </a:solidFill>
                <a:latin typeface="Malgun Gothic"/>
                <a:ea typeface="Malgun Gothic"/>
                <a:cs typeface="Malgun Gothic"/>
              </a:defRPr>
            </a:lvl2pPr>
            <a:lvl3pPr algn="r">
              <a:defRPr sz="1350" b="0">
                <a:solidFill>
                  <a:srgbClr val="BBAEC6"/>
                </a:solidFill>
                <a:latin typeface="Malgun Gothic"/>
                <a:ea typeface="Malgun Gothic"/>
                <a:cs typeface="Malgun Gothic"/>
              </a:defRPr>
            </a:lvl3pPr>
            <a:lvl4pPr algn="r">
              <a:defRPr sz="1350" b="0">
                <a:solidFill>
                  <a:srgbClr val="BBAEC6"/>
                </a:solidFill>
                <a:latin typeface="Malgun Gothic"/>
                <a:ea typeface="Malgun Gothic"/>
                <a:cs typeface="Malgun Gothic"/>
              </a:defRPr>
            </a:lvl4pPr>
            <a:lvl5pPr algn="r">
              <a:defRPr sz="1350" b="0">
                <a:solidFill>
                  <a:srgbClr val="BBAEC6"/>
                </a:solidFill>
                <a:latin typeface="Malgun Gothic"/>
                <a:ea typeface="Malgun Gothic"/>
                <a:cs typeface="Malgun Gothic"/>
              </a:defRPr>
            </a:lvl5pPr>
            <a:lvl6pPr algn="r">
              <a:defRPr sz="1350" b="0">
                <a:solidFill>
                  <a:srgbClr val="BBAEC6"/>
                </a:solidFill>
                <a:latin typeface="Malgun Gothic"/>
                <a:ea typeface="Malgun Gothic"/>
                <a:cs typeface="Malgun Gothic"/>
              </a:defRPr>
            </a:lvl6pPr>
            <a:lvl7pPr algn="r">
              <a:defRPr sz="1350" b="0">
                <a:solidFill>
                  <a:srgbClr val="BBAEC6"/>
                </a:solidFill>
                <a:latin typeface="Malgun Gothic"/>
                <a:ea typeface="Malgun Gothic"/>
                <a:cs typeface="Malgun Gothic"/>
              </a:defRPr>
            </a:lvl7pPr>
            <a:lvl8pPr algn="r">
              <a:defRPr sz="1350" b="0">
                <a:solidFill>
                  <a:srgbClr val="BBAEC6"/>
                </a:solidFill>
                <a:latin typeface="Malgun Gothic"/>
                <a:ea typeface="Malgun Gothic"/>
                <a:cs typeface="Malgun Gothic"/>
              </a:defRPr>
            </a:lvl8pPr>
            <a:lvl9pPr algn="r">
              <a:defRPr sz="1350" b="0">
                <a:solidFill>
                  <a:srgbClr val="BBAEC6"/>
                </a:solidFill>
                <a:latin typeface="Malgun Gothic"/>
                <a:ea typeface="Malgun Gothic"/>
                <a:cs typeface="Malgun Gothic"/>
              </a:defRPr>
            </a:lvl9pPr>
          </a:lstStyle>
          <a:p xmlns:a="http://schemas.openxmlformats.org/drawingml/2006/main">
            <a:pPr algn="r">
              <a:defRPr sz="1350" b="0">
                <a:solidFill>
                  <a:srgbClr val="BBAEC6"/>
                </a:solidFill>
                <a:latin typeface="Malgun Gothic"/>
                <a:ea typeface="Malgun Gothic"/>
                <a:cs typeface="Malgun Gothic"/>
              </a:defRPr>
            </a:pPr>
            <a:r>
              <a:rPr sz="1350" b="0">
                <a:solidFill>
                  <a:srgbClr val="BBAEC6"/>
                </a:solidFill>
                <a:latin typeface="Malgun Gothic"/>
                <a:ea typeface="Malgun Gothic"/>
                <a:cs typeface="Malgun Gothic"/>
              </a:rPr>
              <a:t>02</a:t>
            </a:r>
          </a:p>
        </p:txBody>
      </p:sp>
      <p:sp>
        <p:nvSpPr>
          <p:cNvPr id="4" name="01  위협 확인&#10;02  이동과 공격 선택&#10;03  ">
            <a:extLst xmlns:a="http://schemas.openxmlformats.org/drawingml/2006/main">
              <a:ext uri="{FF2B5EF4-FFF2-40B4-BE49-F238E27FC236}">
                <a16:creationId xmlns:a16="http://schemas.microsoft.com/office/drawing/2014/main" id="{8B039745-8238-4809-9CC7-1E293FF08409}"/>
              </a:ext>
            </a:extLst>
          </p:cNvPr>
          <p:cNvSpPr>
            <a:spLocks xmlns:a="http://schemas.openxmlformats.org/drawingml/2006/main" noGrp="1"/>
          </p:cNvSpPr>
          <p:nvPr/>
        </p:nvSpPr>
        <p:spPr>
          <a:xfrm xmlns:a="http://schemas.openxmlformats.org/drawingml/2006/main">
            <a:off x="609600" y="1428750"/>
            <a:ext cx="5143500" cy="2219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F8F2FA"/>
                </a:solidFill>
                <a:latin typeface="Malgun Gothic"/>
                <a:ea typeface="Malgun Gothic"/>
                <a:cs typeface="Malgun Gothic"/>
              </a:defRPr>
            </a:defPPr>
            <a:lvl1pPr algn="l">
              <a:defRPr sz="2325" b="1">
                <a:solidFill>
                  <a:srgbClr val="F8F2FA"/>
                </a:solidFill>
                <a:latin typeface="Malgun Gothic"/>
                <a:ea typeface="Malgun Gothic"/>
                <a:cs typeface="Malgun Gothic"/>
              </a:defRPr>
            </a:lvl1pPr>
            <a:lvl2pPr algn="l">
              <a:defRPr sz="2325" b="1">
                <a:solidFill>
                  <a:srgbClr val="F8F2FA"/>
                </a:solidFill>
                <a:latin typeface="Malgun Gothic"/>
                <a:ea typeface="Malgun Gothic"/>
                <a:cs typeface="Malgun Gothic"/>
              </a:defRPr>
            </a:lvl2pPr>
            <a:lvl3pPr algn="l">
              <a:defRPr sz="2325" b="1">
                <a:solidFill>
                  <a:srgbClr val="F8F2FA"/>
                </a:solidFill>
                <a:latin typeface="Malgun Gothic"/>
                <a:ea typeface="Malgun Gothic"/>
                <a:cs typeface="Malgun Gothic"/>
              </a:defRPr>
            </a:lvl3pPr>
            <a:lvl4pPr algn="l">
              <a:defRPr sz="2325" b="1">
                <a:solidFill>
                  <a:srgbClr val="F8F2FA"/>
                </a:solidFill>
                <a:latin typeface="Malgun Gothic"/>
                <a:ea typeface="Malgun Gothic"/>
                <a:cs typeface="Malgun Gothic"/>
              </a:defRPr>
            </a:lvl4pPr>
            <a:lvl5pPr algn="l">
              <a:defRPr sz="2325" b="1">
                <a:solidFill>
                  <a:srgbClr val="F8F2FA"/>
                </a:solidFill>
                <a:latin typeface="Malgun Gothic"/>
                <a:ea typeface="Malgun Gothic"/>
                <a:cs typeface="Malgun Gothic"/>
              </a:defRPr>
            </a:lvl5pPr>
            <a:lvl6pPr algn="l">
              <a:defRPr sz="2325" b="1">
                <a:solidFill>
                  <a:srgbClr val="F8F2FA"/>
                </a:solidFill>
                <a:latin typeface="Malgun Gothic"/>
                <a:ea typeface="Malgun Gothic"/>
                <a:cs typeface="Malgun Gothic"/>
              </a:defRPr>
            </a:lvl6pPr>
            <a:lvl7pPr algn="l">
              <a:defRPr sz="2325" b="1">
                <a:solidFill>
                  <a:srgbClr val="F8F2FA"/>
                </a:solidFill>
                <a:latin typeface="Malgun Gothic"/>
                <a:ea typeface="Malgun Gothic"/>
                <a:cs typeface="Malgun Gothic"/>
              </a:defRPr>
            </a:lvl7pPr>
            <a:lvl8pPr algn="l">
              <a:defRPr sz="2325" b="1">
                <a:solidFill>
                  <a:srgbClr val="F8F2FA"/>
                </a:solidFill>
                <a:latin typeface="Malgun Gothic"/>
                <a:ea typeface="Malgun Gothic"/>
                <a:cs typeface="Malgun Gothic"/>
              </a:defRPr>
            </a:lvl8pPr>
            <a:lvl9pPr algn="l">
              <a:defRPr sz="2325" b="1">
                <a:solidFill>
                  <a:srgbClr val="F8F2FA"/>
                </a:solidFill>
                <a:latin typeface="Malgun Gothic"/>
                <a:ea typeface="Malgun Gothic"/>
                <a:cs typeface="Malgun Gothic"/>
              </a:defRPr>
            </a:lvl9pPr>
          </a:lstStyle>
          <a:p xmlns:a="http://schemas.openxmlformats.org/drawingml/2006/main">
            <a:pPr algn="l">
              <a:defRPr sz="2325" b="1">
                <a:solidFill>
                  <a:srgbClr val="F8F2FA"/>
                </a:solidFill>
                <a:latin typeface="Malgun Gothic"/>
                <a:ea typeface="Malgun Gothic"/>
                <a:cs typeface="Malgun Gothic"/>
              </a:defRPr>
            </a:pPr>
            <a:r>
              <a:rPr sz="2325" b="1">
                <a:solidFill>
                  <a:srgbClr val="F8F2FA"/>
                </a:solidFill>
                <a:latin typeface="Malgun Gothic"/>
                <a:ea typeface="Malgun Gothic"/>
                <a:cs typeface="Malgun Gothic"/>
              </a:rPr>
              <a:t>01  위협 확인</a:t>
            </a:r>
          </a:p>
          <a:p xmlns:a="http://schemas.openxmlformats.org/drawingml/2006/main">
            <a:pPr algn="l">
              <a:defRPr sz="2325" b="1">
                <a:solidFill>
                  <a:srgbClr val="F8F2FA"/>
                </a:solidFill>
                <a:latin typeface="Malgun Gothic"/>
                <a:ea typeface="Malgun Gothic"/>
                <a:cs typeface="Malgun Gothic"/>
              </a:defRPr>
            </a:pPr>
            <a:r>
              <a:rPr sz="2325" b="1">
                <a:solidFill>
                  <a:srgbClr val="F8F2FA"/>
                </a:solidFill>
                <a:latin typeface="Malgun Gothic"/>
                <a:ea typeface="Malgun Gothic"/>
                <a:cs typeface="Malgun Gothic"/>
              </a:rPr>
              <a:t>02  이동과 공격 선택</a:t>
            </a:r>
          </a:p>
          <a:p xmlns:a="http://schemas.openxmlformats.org/drawingml/2006/main">
            <a:pPr algn="l">
              <a:defRPr sz="2325" b="1">
                <a:solidFill>
                  <a:srgbClr val="F8F2FA"/>
                </a:solidFill>
                <a:latin typeface="Malgun Gothic"/>
                <a:ea typeface="Malgun Gothic"/>
                <a:cs typeface="Malgun Gothic"/>
              </a:defRPr>
            </a:pPr>
            <a:r>
              <a:rPr sz="2325" b="1">
                <a:solidFill>
                  <a:srgbClr val="F8F2FA"/>
                </a:solidFill>
                <a:latin typeface="Malgun Gothic"/>
                <a:ea typeface="Malgun Gothic"/>
                <a:cs typeface="Malgun Gothic"/>
              </a:rPr>
              <a:t>03  처치·니어 미스 성공</a:t>
            </a:r>
          </a:p>
          <a:p xmlns:a="http://schemas.openxmlformats.org/drawingml/2006/main">
            <a:pPr algn="l">
              <a:defRPr sz="2325" b="1">
                <a:solidFill>
                  <a:srgbClr val="F8F2FA"/>
                </a:solidFill>
                <a:latin typeface="Malgun Gothic"/>
                <a:ea typeface="Malgun Gothic"/>
                <a:cs typeface="Malgun Gothic"/>
              </a:defRPr>
            </a:pPr>
            <a:r>
              <a:rPr sz="2325" b="1">
                <a:solidFill>
                  <a:srgbClr val="F8F2FA"/>
                </a:solidFill>
                <a:latin typeface="Malgun Gothic"/>
                <a:ea typeface="Malgun Gothic"/>
                <a:cs typeface="Malgun Gothic"/>
              </a:rPr>
              <a:t>04  시간 회복과 콤보 유지</a:t>
            </a:r>
          </a:p>
        </p:txBody>
      </p:sp>
      <p:graphicFrame>
        <p:nvGraphicFramePr>
          <p:cNvPr id="5" name="">
            <a:extLst xmlns:a="http://schemas.openxmlformats.org/drawingml/2006/main">
              <a:ext uri="{FF2B5EF4-FFF2-40B4-BE49-F238E27FC236}">
                <a16:creationId xmlns:a16="http://schemas.microsoft.com/office/drawing/2014/main" id="{68A5DAAB-ADF1-44AC-9CC3-B25E62D7A0DA}"/>
              </a:ext>
            </a:extLst>
          </p:cNvPr>
          <p:cNvGraphicFramePr/>
          <p:nvPr/>
        </p:nvGraphicFramePr>
        <p:xfrm>
          <a:off xmlns:a="http://schemas.openxmlformats.org/drawingml/2006/main" x="6057900" y="1438275"/>
          <a:ext xmlns:a="http://schemas.openxmlformats.org/drawingml/2006/main" cx="5524500" cy="2209800"/>
        </p:xfrm>
        <a:graphic xmlns:a="http://schemas.openxmlformats.org/drawingml/2006/main">
          <a:graphicData uri="http://schemas.openxmlformats.org/drawingml/2006/table">
            <a:tbl>
              <a:tblPr firstRow="0" bandRow="0"/>
              <a:tblGrid>
                <a:gridCol w="1352550"/>
                <a:gridCol w="4171950"/>
              </a:tblGrid>
              <a:tr h="552450">
                <a:tc>
                  <a:txBody>
                    <a:bodyPr/>
                    <a:lstStyle/>
                    <a:p>
                      <a:r>
                        <a:rPr sz="1725" b="1">
                          <a:solidFill>
                            <a:srgbClr val="F2B6D3"/>
                          </a:solidFill>
                          <a:latin typeface="Malgun Gothic"/>
                          <a:ea typeface="Malgun Gothic"/>
                          <a:cs typeface="Malgun Gothic"/>
                        </a:rPr>
                        <a:t>스와이프</a:t>
                      </a:r>
                    </a:p>
                  </a:txBody>
                  <a:tcPr marL="133350" marR="133350" marT="95250" marB="76200">
                    <a:lnL w="9525">
                      <a:solidFill>
                        <a:srgbClr val="45364F"/>
                      </a:solidFill>
                      <a:prstDash val="solid"/>
                    </a:lnL>
                    <a:lnR w="9525">
                      <a:solidFill>
                        <a:srgbClr val="45364F"/>
                      </a:solidFill>
                      <a:prstDash val="solid"/>
                    </a:lnR>
                    <a:lnT w="9525">
                      <a:solidFill>
                        <a:srgbClr val="45364F"/>
                      </a:solidFill>
                      <a:prstDash val="solid"/>
                    </a:lnT>
                    <a:lnB w="9525">
                      <a:solidFill>
                        <a:srgbClr val="45364F"/>
                      </a:solidFill>
                      <a:prstDash val="solid"/>
                    </a:lnB>
                    <a:solidFill>
                      <a:srgbClr val="35182D"/>
                    </a:solidFill>
                  </a:tcPr>
                </a:tc>
                <a:tc>
                  <a:txBody>
                    <a:bodyPr/>
                    <a:lstStyle/>
                    <a:p>
                      <a:r>
                        <a:rPr sz="1725" b="1">
                          <a:solidFill>
                            <a:srgbClr val="F2B6D3"/>
                          </a:solidFill>
                          <a:latin typeface="Malgun Gothic"/>
                          <a:ea typeface="Malgun Gothic"/>
                          <a:cs typeface="Malgun Gothic"/>
                        </a:rPr>
                        <a:t>지상 / 공중</a:t>
                      </a:r>
                    </a:p>
                  </a:txBody>
                  <a:tcPr marL="133350" marR="133350" marT="95250" marB="76200">
                    <a:lnR w="9525">
                      <a:solidFill>
                        <a:srgbClr val="45364F"/>
                      </a:solidFill>
                      <a:prstDash val="solid"/>
                    </a:lnR>
                    <a:lnT w="9525">
                      <a:solidFill>
                        <a:srgbClr val="45364F"/>
                      </a:solidFill>
                      <a:prstDash val="solid"/>
                    </a:lnT>
                    <a:lnB w="9525">
                      <a:solidFill>
                        <a:srgbClr val="45364F"/>
                      </a:solidFill>
                      <a:prstDash val="solid"/>
                    </a:lnB>
                    <a:solidFill>
                      <a:srgbClr val="35182D"/>
                    </a:solidFill>
                  </a:tcPr>
                </a:tc>
              </a:tr>
              <a:tr h="552450">
                <a:tc>
                  <a:txBody>
                    <a:bodyPr/>
                    <a:lstStyle/>
                    <a:p>
                      <a:r>
                        <a:rPr sz="1725" b="0">
                          <a:solidFill>
                            <a:srgbClr val="F8F2FA"/>
                          </a:solidFill>
                          <a:latin typeface="Malgun Gothic"/>
                          <a:ea typeface="Malgun Gothic"/>
                          <a:cs typeface="Malgun Gothic"/>
                        </a:rPr>
                        <a:t>좌·우</a:t>
                      </a:r>
                    </a:p>
                  </a:txBody>
                  <a:tcPr marL="133350" marR="133350" marT="95250" marB="76200">
                    <a:lnL w="9525">
                      <a:solidFill>
                        <a:srgbClr val="45364F"/>
                      </a:solidFill>
                      <a:prstDash val="solid"/>
                    </a:lnL>
                    <a:lnR w="9525">
                      <a:solidFill>
                        <a:srgbClr val="45364F"/>
                      </a:solidFill>
                      <a:prstDash val="solid"/>
                    </a:lnR>
                    <a:lnB w="9525">
                      <a:solidFill>
                        <a:srgbClr val="45364F"/>
                      </a:solidFill>
                      <a:prstDash val="solid"/>
                    </a:lnB>
                    <a:solidFill>
                      <a:srgbClr val="100E16"/>
                    </a:solidFill>
                  </a:tcPr>
                </a:tc>
                <a:tc>
                  <a:txBody>
                    <a:bodyPr/>
                    <a:lstStyle/>
                    <a:p>
                      <a:r>
                        <a:rPr sz="1725" b="0">
                          <a:solidFill>
                            <a:srgbClr val="F8F2FA"/>
                          </a:solidFill>
                          <a:latin typeface="Malgun Gothic"/>
                          <a:ea typeface="Malgun Gothic"/>
                          <a:cs typeface="Malgun Gothic"/>
                        </a:rPr>
                        <a:t>레인 이동과 공격 / 레인 변경</a:t>
                      </a:r>
                    </a:p>
                  </a:txBody>
                  <a:tcPr marL="133350" marR="133350" marT="95250" marB="76200">
                    <a:lnR w="9525">
                      <a:solidFill>
                        <a:srgbClr val="45364F"/>
                      </a:solidFill>
                      <a:prstDash val="solid"/>
                    </a:lnR>
                    <a:lnB w="9525">
                      <a:solidFill>
                        <a:srgbClr val="45364F"/>
                      </a:solidFill>
                      <a:prstDash val="solid"/>
                    </a:lnB>
                    <a:solidFill>
                      <a:srgbClr val="100E16"/>
                    </a:solidFill>
                  </a:tcPr>
                </a:tc>
              </a:tr>
              <a:tr h="552450">
                <a:tc>
                  <a:txBody>
                    <a:bodyPr/>
                    <a:lstStyle/>
                    <a:p>
                      <a:r>
                        <a:rPr sz="1725" b="0">
                          <a:solidFill>
                            <a:srgbClr val="F8F2FA"/>
                          </a:solidFill>
                          <a:latin typeface="Malgun Gothic"/>
                          <a:ea typeface="Malgun Gothic"/>
                          <a:cs typeface="Malgun Gothic"/>
                        </a:rPr>
                        <a:t>위</a:t>
                      </a:r>
                    </a:p>
                  </a:txBody>
                  <a:tcPr marL="133350" marR="133350" marT="95250" marB="76200">
                    <a:lnL w="9525">
                      <a:solidFill>
                        <a:srgbClr val="45364F"/>
                      </a:solidFill>
                      <a:prstDash val="solid"/>
                    </a:lnL>
                    <a:lnR w="9525">
                      <a:solidFill>
                        <a:srgbClr val="45364F"/>
                      </a:solidFill>
                      <a:prstDash val="solid"/>
                    </a:lnR>
                    <a:lnB w="9525">
                      <a:solidFill>
                        <a:srgbClr val="45364F"/>
                      </a:solidFill>
                      <a:prstDash val="solid"/>
                    </a:lnB>
                    <a:solidFill>
                      <a:srgbClr val="100E16"/>
                    </a:solidFill>
                  </a:tcPr>
                </a:tc>
                <a:tc>
                  <a:txBody>
                    <a:bodyPr/>
                    <a:lstStyle/>
                    <a:p>
                      <a:r>
                        <a:rPr sz="1725" b="0">
                          <a:solidFill>
                            <a:srgbClr val="F8F2FA"/>
                          </a:solidFill>
                          <a:latin typeface="Malgun Gothic"/>
                          <a:ea typeface="Malgun Gothic"/>
                          <a:cs typeface="Malgun Gothic"/>
                        </a:rPr>
                        <a:t>점프 / 공중 호밍</a:t>
                      </a:r>
                    </a:p>
                  </a:txBody>
                  <a:tcPr marL="133350" marR="133350" marT="95250" marB="76200">
                    <a:lnR w="9525">
                      <a:solidFill>
                        <a:srgbClr val="45364F"/>
                      </a:solidFill>
                      <a:prstDash val="solid"/>
                    </a:lnR>
                    <a:lnB w="9525">
                      <a:solidFill>
                        <a:srgbClr val="45364F"/>
                      </a:solidFill>
                      <a:prstDash val="solid"/>
                    </a:lnB>
                    <a:solidFill>
                      <a:srgbClr val="100E16"/>
                    </a:solidFill>
                  </a:tcPr>
                </a:tc>
              </a:tr>
              <a:tr h="552450">
                <a:tc>
                  <a:txBody>
                    <a:bodyPr/>
                    <a:lstStyle/>
                    <a:p>
                      <a:r>
                        <a:rPr sz="1725" b="0">
                          <a:solidFill>
                            <a:srgbClr val="F8F2FA"/>
                          </a:solidFill>
                          <a:latin typeface="Malgun Gothic"/>
                          <a:ea typeface="Malgun Gothic"/>
                          <a:cs typeface="Malgun Gothic"/>
                        </a:rPr>
                        <a:t>아래</a:t>
                      </a:r>
                    </a:p>
                  </a:txBody>
                  <a:tcPr marL="133350" marR="133350" marT="95250" marB="76200">
                    <a:lnL w="9525">
                      <a:solidFill>
                        <a:srgbClr val="45364F"/>
                      </a:solidFill>
                      <a:prstDash val="solid"/>
                    </a:lnL>
                    <a:lnR w="9525">
                      <a:solidFill>
                        <a:srgbClr val="45364F"/>
                      </a:solidFill>
                      <a:prstDash val="solid"/>
                    </a:lnR>
                    <a:lnB w="9525">
                      <a:solidFill>
                        <a:srgbClr val="45364F"/>
                      </a:solidFill>
                      <a:prstDash val="solid"/>
                    </a:lnB>
                    <a:solidFill>
                      <a:srgbClr val="100E16"/>
                    </a:solidFill>
                  </a:tcPr>
                </a:tc>
                <a:tc>
                  <a:txBody>
                    <a:bodyPr/>
                    <a:lstStyle/>
                    <a:p>
                      <a:r>
                        <a:rPr sz="1725" b="0">
                          <a:solidFill>
                            <a:srgbClr val="F8F2FA"/>
                          </a:solidFill>
                          <a:latin typeface="Malgun Gothic"/>
                          <a:ea typeface="Malgun Gothic"/>
                          <a:cs typeface="Malgun Gothic"/>
                        </a:rPr>
                        <a:t>슬라이드 / 빠른 낙하·고공 슬램</a:t>
                      </a:r>
                    </a:p>
                  </a:txBody>
                  <a:tcPr marL="133350" marR="133350" marT="95250" marB="76200">
                    <a:lnR w="9525">
                      <a:solidFill>
                        <a:srgbClr val="45364F"/>
                      </a:solidFill>
                      <a:prstDash val="solid"/>
                    </a:lnR>
                    <a:lnB w="9525">
                      <a:solidFill>
                        <a:srgbClr val="45364F"/>
                      </a:solidFill>
                      <a:prstDash val="solid"/>
                    </a:lnB>
                    <a:solidFill>
                      <a:srgbClr val="100E16"/>
                    </a:solidFill>
                  </a:tcPr>
                </a:tc>
              </a:tr>
            </a:tbl>
          </a:graphicData>
        </a:graphic>
      </p:graphicFrame>
      <p:sp>
        <p:nvSpPr>
          <p:cNvPr id="6" name="성공 보상">
            <a:extLst xmlns:a="http://schemas.openxmlformats.org/drawingml/2006/main">
              <a:ext uri="{FF2B5EF4-FFF2-40B4-BE49-F238E27FC236}">
                <a16:creationId xmlns:a16="http://schemas.microsoft.com/office/drawing/2014/main" id="{F3865B97-5F67-4BE0-BA1F-C6C875B05F80}"/>
              </a:ext>
            </a:extLst>
          </p:cNvPr>
          <p:cNvSpPr>
            <a:spLocks xmlns:a="http://schemas.openxmlformats.org/drawingml/2006/main" noGrp="1"/>
          </p:cNvSpPr>
          <p:nvPr/>
        </p:nvSpPr>
        <p:spPr>
          <a:xfrm xmlns:a="http://schemas.openxmlformats.org/drawingml/2006/main">
            <a:off x="609600" y="4019550"/>
            <a:ext cx="266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FF4B9B"/>
                </a:solidFill>
                <a:latin typeface="Malgun Gothic"/>
                <a:ea typeface="Malgun Gothic"/>
                <a:cs typeface="Malgun Gothic"/>
              </a:defRPr>
            </a:defPPr>
            <a:lvl1pPr algn="l">
              <a:defRPr sz="2025" b="1">
                <a:solidFill>
                  <a:srgbClr val="FF4B9B"/>
                </a:solidFill>
                <a:latin typeface="Malgun Gothic"/>
                <a:ea typeface="Malgun Gothic"/>
                <a:cs typeface="Malgun Gothic"/>
              </a:defRPr>
            </a:lvl1pPr>
            <a:lvl2pPr algn="l">
              <a:defRPr sz="2025" b="1">
                <a:solidFill>
                  <a:srgbClr val="FF4B9B"/>
                </a:solidFill>
                <a:latin typeface="Malgun Gothic"/>
                <a:ea typeface="Malgun Gothic"/>
                <a:cs typeface="Malgun Gothic"/>
              </a:defRPr>
            </a:lvl2pPr>
            <a:lvl3pPr algn="l">
              <a:defRPr sz="2025" b="1">
                <a:solidFill>
                  <a:srgbClr val="FF4B9B"/>
                </a:solidFill>
                <a:latin typeface="Malgun Gothic"/>
                <a:ea typeface="Malgun Gothic"/>
                <a:cs typeface="Malgun Gothic"/>
              </a:defRPr>
            </a:lvl3pPr>
            <a:lvl4pPr algn="l">
              <a:defRPr sz="2025" b="1">
                <a:solidFill>
                  <a:srgbClr val="FF4B9B"/>
                </a:solidFill>
                <a:latin typeface="Malgun Gothic"/>
                <a:ea typeface="Malgun Gothic"/>
                <a:cs typeface="Malgun Gothic"/>
              </a:defRPr>
            </a:lvl4pPr>
            <a:lvl5pPr algn="l">
              <a:defRPr sz="2025" b="1">
                <a:solidFill>
                  <a:srgbClr val="FF4B9B"/>
                </a:solidFill>
                <a:latin typeface="Malgun Gothic"/>
                <a:ea typeface="Malgun Gothic"/>
                <a:cs typeface="Malgun Gothic"/>
              </a:defRPr>
            </a:lvl5pPr>
            <a:lvl6pPr algn="l">
              <a:defRPr sz="2025" b="1">
                <a:solidFill>
                  <a:srgbClr val="FF4B9B"/>
                </a:solidFill>
                <a:latin typeface="Malgun Gothic"/>
                <a:ea typeface="Malgun Gothic"/>
                <a:cs typeface="Malgun Gothic"/>
              </a:defRPr>
            </a:lvl6pPr>
            <a:lvl7pPr algn="l">
              <a:defRPr sz="2025" b="1">
                <a:solidFill>
                  <a:srgbClr val="FF4B9B"/>
                </a:solidFill>
                <a:latin typeface="Malgun Gothic"/>
                <a:ea typeface="Malgun Gothic"/>
                <a:cs typeface="Malgun Gothic"/>
              </a:defRPr>
            </a:lvl7pPr>
            <a:lvl8pPr algn="l">
              <a:defRPr sz="2025" b="1">
                <a:solidFill>
                  <a:srgbClr val="FF4B9B"/>
                </a:solidFill>
                <a:latin typeface="Malgun Gothic"/>
                <a:ea typeface="Malgun Gothic"/>
                <a:cs typeface="Malgun Gothic"/>
              </a:defRPr>
            </a:lvl8pPr>
            <a:lvl9pPr algn="l">
              <a:defRPr sz="2025" b="1">
                <a:solidFill>
                  <a:srgbClr val="FF4B9B"/>
                </a:solidFill>
                <a:latin typeface="Malgun Gothic"/>
                <a:ea typeface="Malgun Gothic"/>
                <a:cs typeface="Malgun Gothic"/>
              </a:defRPr>
            </a:lvl9pPr>
          </a:lstStyle>
          <a:p xmlns:a="http://schemas.openxmlformats.org/drawingml/2006/main">
            <a:pPr algn="l">
              <a:defRPr sz="2025" b="1">
                <a:solidFill>
                  <a:srgbClr val="FF4B9B"/>
                </a:solidFill>
                <a:latin typeface="Malgun Gothic"/>
                <a:ea typeface="Malgun Gothic"/>
                <a:cs typeface="Malgun Gothic"/>
              </a:defRPr>
            </a:pPr>
            <a:r>
              <a:rPr sz="2025" b="1">
                <a:solidFill>
                  <a:srgbClr val="FF4B9B"/>
                </a:solidFill>
                <a:latin typeface="Malgun Gothic"/>
                <a:ea typeface="Malgun Gothic"/>
                <a:cs typeface="Malgun Gothic"/>
              </a:rPr>
              <a:t>성공 보상</a:t>
            </a:r>
          </a:p>
        </p:txBody>
      </p:sp>
      <p:sp>
        <p:nvSpPr>
          <p:cNvPr id="7" name="기본 타이머를 4.00초로 초기화&#10;점수·콤보를 얻고">
            <a:extLst xmlns:a="http://schemas.openxmlformats.org/drawingml/2006/main">
              <a:ext uri="{FF2B5EF4-FFF2-40B4-BE49-F238E27FC236}">
                <a16:creationId xmlns:a16="http://schemas.microsoft.com/office/drawing/2014/main" id="{0DB4685C-30F3-40A8-AC15-230D5B7C2D61}"/>
              </a:ext>
            </a:extLst>
          </p:cNvPr>
          <p:cNvSpPr>
            <a:spLocks xmlns:a="http://schemas.openxmlformats.org/drawingml/2006/main" noGrp="1"/>
          </p:cNvSpPr>
          <p:nvPr/>
        </p:nvSpPr>
        <p:spPr>
          <a:xfrm xmlns:a="http://schemas.openxmlformats.org/drawingml/2006/main">
            <a:off x="609600" y="4505325"/>
            <a:ext cx="538162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F8F2FA"/>
                </a:solidFill>
                <a:latin typeface="Malgun Gothic"/>
                <a:ea typeface="Malgun Gothic"/>
                <a:cs typeface="Malgun Gothic"/>
              </a:defRPr>
            </a:defPPr>
            <a:lvl1pPr algn="l">
              <a:defRPr sz="2025" b="0">
                <a:solidFill>
                  <a:srgbClr val="F8F2FA"/>
                </a:solidFill>
                <a:latin typeface="Malgun Gothic"/>
                <a:ea typeface="Malgun Gothic"/>
                <a:cs typeface="Malgun Gothic"/>
              </a:defRPr>
            </a:lvl1pPr>
            <a:lvl2pPr algn="l">
              <a:defRPr sz="2025" b="0">
                <a:solidFill>
                  <a:srgbClr val="F8F2FA"/>
                </a:solidFill>
                <a:latin typeface="Malgun Gothic"/>
                <a:ea typeface="Malgun Gothic"/>
                <a:cs typeface="Malgun Gothic"/>
              </a:defRPr>
            </a:lvl2pPr>
            <a:lvl3pPr algn="l">
              <a:defRPr sz="2025" b="0">
                <a:solidFill>
                  <a:srgbClr val="F8F2FA"/>
                </a:solidFill>
                <a:latin typeface="Malgun Gothic"/>
                <a:ea typeface="Malgun Gothic"/>
                <a:cs typeface="Malgun Gothic"/>
              </a:defRPr>
            </a:lvl3pPr>
            <a:lvl4pPr algn="l">
              <a:defRPr sz="2025" b="0">
                <a:solidFill>
                  <a:srgbClr val="F8F2FA"/>
                </a:solidFill>
                <a:latin typeface="Malgun Gothic"/>
                <a:ea typeface="Malgun Gothic"/>
                <a:cs typeface="Malgun Gothic"/>
              </a:defRPr>
            </a:lvl4pPr>
            <a:lvl5pPr algn="l">
              <a:defRPr sz="2025" b="0">
                <a:solidFill>
                  <a:srgbClr val="F8F2FA"/>
                </a:solidFill>
                <a:latin typeface="Malgun Gothic"/>
                <a:ea typeface="Malgun Gothic"/>
                <a:cs typeface="Malgun Gothic"/>
              </a:defRPr>
            </a:lvl5pPr>
            <a:lvl6pPr algn="l">
              <a:defRPr sz="2025" b="0">
                <a:solidFill>
                  <a:srgbClr val="F8F2FA"/>
                </a:solidFill>
                <a:latin typeface="Malgun Gothic"/>
                <a:ea typeface="Malgun Gothic"/>
                <a:cs typeface="Malgun Gothic"/>
              </a:defRPr>
            </a:lvl6pPr>
            <a:lvl7pPr algn="l">
              <a:defRPr sz="2025" b="0">
                <a:solidFill>
                  <a:srgbClr val="F8F2FA"/>
                </a:solidFill>
                <a:latin typeface="Malgun Gothic"/>
                <a:ea typeface="Malgun Gothic"/>
                <a:cs typeface="Malgun Gothic"/>
              </a:defRPr>
            </a:lvl7pPr>
            <a:lvl8pPr algn="l">
              <a:defRPr sz="2025" b="0">
                <a:solidFill>
                  <a:srgbClr val="F8F2FA"/>
                </a:solidFill>
                <a:latin typeface="Malgun Gothic"/>
                <a:ea typeface="Malgun Gothic"/>
                <a:cs typeface="Malgun Gothic"/>
              </a:defRPr>
            </a:lvl8pPr>
            <a:lvl9pPr algn="l">
              <a:defRPr sz="2025" b="0">
                <a:solidFill>
                  <a:srgbClr val="F8F2FA"/>
                </a:solidFill>
                <a:latin typeface="Malgun Gothic"/>
                <a:ea typeface="Malgun Gothic"/>
                <a:cs typeface="Malgun Gothic"/>
              </a:defRPr>
            </a:lvl9pPr>
          </a:lstStyle>
          <a:p xmlns:a="http://schemas.openxmlformats.org/drawingml/2006/main">
            <a:pPr algn="l">
              <a:defRPr sz="2025" b="0">
                <a:solidFill>
                  <a:srgbClr val="F8F2FA"/>
                </a:solidFill>
                <a:latin typeface="Malgun Gothic"/>
                <a:ea typeface="Malgun Gothic"/>
                <a:cs typeface="Malgun Gothic"/>
              </a:defRPr>
            </a:pPr>
            <a:r>
              <a:rPr sz="2025" b="0">
                <a:solidFill>
                  <a:srgbClr val="F8F2FA"/>
                </a:solidFill>
                <a:latin typeface="Malgun Gothic"/>
                <a:ea typeface="Malgun Gothic"/>
                <a:cs typeface="Malgun Gothic"/>
              </a:rPr>
              <a:t>기본 타이머를 4.00초로 초기화</a:t>
            </a:r>
          </a:p>
          <a:p xmlns:a="http://schemas.openxmlformats.org/drawingml/2006/main">
            <a:pPr algn="l">
              <a:defRPr sz="2025" b="0">
                <a:solidFill>
                  <a:srgbClr val="F8F2FA"/>
                </a:solidFill>
                <a:latin typeface="Malgun Gothic"/>
                <a:ea typeface="Malgun Gothic"/>
                <a:cs typeface="Malgun Gothic"/>
              </a:defRPr>
            </a:pPr>
            <a:r>
              <a:rPr sz="2025" b="0">
                <a:solidFill>
                  <a:srgbClr val="F8F2FA"/>
                </a:solidFill>
                <a:latin typeface="Malgun Gothic"/>
                <a:ea typeface="Malgun Gothic"/>
                <a:cs typeface="Malgun Gothic"/>
              </a:rPr>
              <a:t>점수·콤보를 얻고 더 어려운 코스로 진행</a:t>
            </a:r>
          </a:p>
        </p:txBody>
      </p:sp>
      <p:sp>
        <p:nvSpPr>
          <p:cNvPr id="8" name="목표와 실패">
            <a:extLst xmlns:a="http://schemas.openxmlformats.org/drawingml/2006/main">
              <a:ext uri="{FF2B5EF4-FFF2-40B4-BE49-F238E27FC236}">
                <a16:creationId xmlns:a16="http://schemas.microsoft.com/office/drawing/2014/main" id="{60417EFF-6193-475C-91F5-0837E76A13EE}"/>
              </a:ext>
            </a:extLst>
          </p:cNvPr>
          <p:cNvSpPr>
            <a:spLocks xmlns:a="http://schemas.openxmlformats.org/drawingml/2006/main" noGrp="1"/>
          </p:cNvSpPr>
          <p:nvPr/>
        </p:nvSpPr>
        <p:spPr>
          <a:xfrm xmlns:a="http://schemas.openxmlformats.org/drawingml/2006/main">
            <a:off x="6400800" y="4019550"/>
            <a:ext cx="428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FF4B9B"/>
                </a:solidFill>
                <a:latin typeface="Malgun Gothic"/>
                <a:ea typeface="Malgun Gothic"/>
                <a:cs typeface="Malgun Gothic"/>
              </a:defRPr>
            </a:defPPr>
            <a:lvl1pPr algn="l">
              <a:defRPr sz="2025" b="1">
                <a:solidFill>
                  <a:srgbClr val="FF4B9B"/>
                </a:solidFill>
                <a:latin typeface="Malgun Gothic"/>
                <a:ea typeface="Malgun Gothic"/>
                <a:cs typeface="Malgun Gothic"/>
              </a:defRPr>
            </a:lvl1pPr>
            <a:lvl2pPr algn="l">
              <a:defRPr sz="2025" b="1">
                <a:solidFill>
                  <a:srgbClr val="FF4B9B"/>
                </a:solidFill>
                <a:latin typeface="Malgun Gothic"/>
                <a:ea typeface="Malgun Gothic"/>
                <a:cs typeface="Malgun Gothic"/>
              </a:defRPr>
            </a:lvl2pPr>
            <a:lvl3pPr algn="l">
              <a:defRPr sz="2025" b="1">
                <a:solidFill>
                  <a:srgbClr val="FF4B9B"/>
                </a:solidFill>
                <a:latin typeface="Malgun Gothic"/>
                <a:ea typeface="Malgun Gothic"/>
                <a:cs typeface="Malgun Gothic"/>
              </a:defRPr>
            </a:lvl3pPr>
            <a:lvl4pPr algn="l">
              <a:defRPr sz="2025" b="1">
                <a:solidFill>
                  <a:srgbClr val="FF4B9B"/>
                </a:solidFill>
                <a:latin typeface="Malgun Gothic"/>
                <a:ea typeface="Malgun Gothic"/>
                <a:cs typeface="Malgun Gothic"/>
              </a:defRPr>
            </a:lvl4pPr>
            <a:lvl5pPr algn="l">
              <a:defRPr sz="2025" b="1">
                <a:solidFill>
                  <a:srgbClr val="FF4B9B"/>
                </a:solidFill>
                <a:latin typeface="Malgun Gothic"/>
                <a:ea typeface="Malgun Gothic"/>
                <a:cs typeface="Malgun Gothic"/>
              </a:defRPr>
            </a:lvl5pPr>
            <a:lvl6pPr algn="l">
              <a:defRPr sz="2025" b="1">
                <a:solidFill>
                  <a:srgbClr val="FF4B9B"/>
                </a:solidFill>
                <a:latin typeface="Malgun Gothic"/>
                <a:ea typeface="Malgun Gothic"/>
                <a:cs typeface="Malgun Gothic"/>
              </a:defRPr>
            </a:lvl6pPr>
            <a:lvl7pPr algn="l">
              <a:defRPr sz="2025" b="1">
                <a:solidFill>
                  <a:srgbClr val="FF4B9B"/>
                </a:solidFill>
                <a:latin typeface="Malgun Gothic"/>
                <a:ea typeface="Malgun Gothic"/>
                <a:cs typeface="Malgun Gothic"/>
              </a:defRPr>
            </a:lvl7pPr>
            <a:lvl8pPr algn="l">
              <a:defRPr sz="2025" b="1">
                <a:solidFill>
                  <a:srgbClr val="FF4B9B"/>
                </a:solidFill>
                <a:latin typeface="Malgun Gothic"/>
                <a:ea typeface="Malgun Gothic"/>
                <a:cs typeface="Malgun Gothic"/>
              </a:defRPr>
            </a:lvl8pPr>
            <a:lvl9pPr algn="l">
              <a:defRPr sz="2025" b="1">
                <a:solidFill>
                  <a:srgbClr val="FF4B9B"/>
                </a:solidFill>
                <a:latin typeface="Malgun Gothic"/>
                <a:ea typeface="Malgun Gothic"/>
                <a:cs typeface="Malgun Gothic"/>
              </a:defRPr>
            </a:lvl9pPr>
          </a:lstStyle>
          <a:p xmlns:a="http://schemas.openxmlformats.org/drawingml/2006/main">
            <a:pPr algn="l">
              <a:defRPr sz="2025" b="1">
                <a:solidFill>
                  <a:srgbClr val="FF4B9B"/>
                </a:solidFill>
                <a:latin typeface="Malgun Gothic"/>
                <a:ea typeface="Malgun Gothic"/>
                <a:cs typeface="Malgun Gothic"/>
              </a:defRPr>
            </a:pPr>
            <a:r>
              <a:rPr sz="2025" b="1">
                <a:solidFill>
                  <a:srgbClr val="FF4B9B"/>
                </a:solidFill>
                <a:latin typeface="Malgun Gothic"/>
                <a:ea typeface="Malgun Gothic"/>
                <a:cs typeface="Malgun Gothic"/>
              </a:rPr>
              <a:t>목표와 실패</a:t>
            </a:r>
          </a:p>
        </p:txBody>
      </p:sp>
      <p:sp>
        <p:nvSpPr>
          <p:cNvPr id="9" name="목표: 이전 최고 점수 갱신&#10;실패: 시간 만료, 유">
            <a:extLst xmlns:a="http://schemas.openxmlformats.org/drawingml/2006/main">
              <a:ext uri="{FF2B5EF4-FFF2-40B4-BE49-F238E27FC236}">
                <a16:creationId xmlns:a16="http://schemas.microsoft.com/office/drawing/2014/main" id="{45D8D9CA-1CA5-477B-ABA9-D5DA7938C94D}"/>
              </a:ext>
            </a:extLst>
          </p:cNvPr>
          <p:cNvSpPr>
            <a:spLocks xmlns:a="http://schemas.openxmlformats.org/drawingml/2006/main" noGrp="1"/>
          </p:cNvSpPr>
          <p:nvPr/>
        </p:nvSpPr>
        <p:spPr>
          <a:xfrm xmlns:a="http://schemas.openxmlformats.org/drawingml/2006/main">
            <a:off x="6400800" y="4505325"/>
            <a:ext cx="51816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F8F2FA"/>
                </a:solidFill>
                <a:latin typeface="Malgun Gothic"/>
                <a:ea typeface="Malgun Gothic"/>
                <a:cs typeface="Malgun Gothic"/>
              </a:defRPr>
            </a:defPPr>
            <a:lvl1pPr algn="l">
              <a:defRPr sz="2025" b="0">
                <a:solidFill>
                  <a:srgbClr val="F8F2FA"/>
                </a:solidFill>
                <a:latin typeface="Malgun Gothic"/>
                <a:ea typeface="Malgun Gothic"/>
                <a:cs typeface="Malgun Gothic"/>
              </a:defRPr>
            </a:lvl1pPr>
            <a:lvl2pPr algn="l">
              <a:defRPr sz="2025" b="0">
                <a:solidFill>
                  <a:srgbClr val="F8F2FA"/>
                </a:solidFill>
                <a:latin typeface="Malgun Gothic"/>
                <a:ea typeface="Malgun Gothic"/>
                <a:cs typeface="Malgun Gothic"/>
              </a:defRPr>
            </a:lvl2pPr>
            <a:lvl3pPr algn="l">
              <a:defRPr sz="2025" b="0">
                <a:solidFill>
                  <a:srgbClr val="F8F2FA"/>
                </a:solidFill>
                <a:latin typeface="Malgun Gothic"/>
                <a:ea typeface="Malgun Gothic"/>
                <a:cs typeface="Malgun Gothic"/>
              </a:defRPr>
            </a:lvl3pPr>
            <a:lvl4pPr algn="l">
              <a:defRPr sz="2025" b="0">
                <a:solidFill>
                  <a:srgbClr val="F8F2FA"/>
                </a:solidFill>
                <a:latin typeface="Malgun Gothic"/>
                <a:ea typeface="Malgun Gothic"/>
                <a:cs typeface="Malgun Gothic"/>
              </a:defRPr>
            </a:lvl4pPr>
            <a:lvl5pPr algn="l">
              <a:defRPr sz="2025" b="0">
                <a:solidFill>
                  <a:srgbClr val="F8F2FA"/>
                </a:solidFill>
                <a:latin typeface="Malgun Gothic"/>
                <a:ea typeface="Malgun Gothic"/>
                <a:cs typeface="Malgun Gothic"/>
              </a:defRPr>
            </a:lvl5pPr>
            <a:lvl6pPr algn="l">
              <a:defRPr sz="2025" b="0">
                <a:solidFill>
                  <a:srgbClr val="F8F2FA"/>
                </a:solidFill>
                <a:latin typeface="Malgun Gothic"/>
                <a:ea typeface="Malgun Gothic"/>
                <a:cs typeface="Malgun Gothic"/>
              </a:defRPr>
            </a:lvl6pPr>
            <a:lvl7pPr algn="l">
              <a:defRPr sz="2025" b="0">
                <a:solidFill>
                  <a:srgbClr val="F8F2FA"/>
                </a:solidFill>
                <a:latin typeface="Malgun Gothic"/>
                <a:ea typeface="Malgun Gothic"/>
                <a:cs typeface="Malgun Gothic"/>
              </a:defRPr>
            </a:lvl7pPr>
            <a:lvl8pPr algn="l">
              <a:defRPr sz="2025" b="0">
                <a:solidFill>
                  <a:srgbClr val="F8F2FA"/>
                </a:solidFill>
                <a:latin typeface="Malgun Gothic"/>
                <a:ea typeface="Malgun Gothic"/>
                <a:cs typeface="Malgun Gothic"/>
              </a:defRPr>
            </a:lvl8pPr>
            <a:lvl9pPr algn="l">
              <a:defRPr sz="2025" b="0">
                <a:solidFill>
                  <a:srgbClr val="F8F2FA"/>
                </a:solidFill>
                <a:latin typeface="Malgun Gothic"/>
                <a:ea typeface="Malgun Gothic"/>
                <a:cs typeface="Malgun Gothic"/>
              </a:defRPr>
            </a:lvl9pPr>
          </a:lstStyle>
          <a:p xmlns:a="http://schemas.openxmlformats.org/drawingml/2006/main">
            <a:pPr algn="l">
              <a:defRPr sz="2025" b="0">
                <a:solidFill>
                  <a:srgbClr val="F8F2FA"/>
                </a:solidFill>
                <a:latin typeface="Malgun Gothic"/>
                <a:ea typeface="Malgun Gothic"/>
                <a:cs typeface="Malgun Gothic"/>
              </a:defRPr>
            </a:pPr>
            <a:r>
              <a:rPr sz="2025" b="0">
                <a:solidFill>
                  <a:srgbClr val="F8F2FA"/>
                </a:solidFill>
                <a:latin typeface="Malgun Gothic"/>
                <a:ea typeface="Malgun Gothic"/>
                <a:cs typeface="Malgun Gothic"/>
              </a:rPr>
              <a:t>목표: 이전 최고 점수 갱신</a:t>
            </a:r>
          </a:p>
          <a:p xmlns:a="http://schemas.openxmlformats.org/drawingml/2006/main">
            <a:pPr algn="l">
              <a:defRPr sz="2025" b="0">
                <a:solidFill>
                  <a:srgbClr val="F8F2FA"/>
                </a:solidFill>
                <a:latin typeface="Malgun Gothic"/>
                <a:ea typeface="Malgun Gothic"/>
                <a:cs typeface="Malgun Gothic"/>
              </a:defRPr>
            </a:pPr>
            <a:r>
              <a:rPr sz="2025" b="0">
                <a:solidFill>
                  <a:srgbClr val="F8F2FA"/>
                </a:solidFill>
                <a:latin typeface="Malgun Gothic"/>
                <a:ea typeface="Malgun Gothic"/>
                <a:cs typeface="Malgun Gothic"/>
              </a:rPr>
              <a:t>실패: 시간 만료, 유효 충돌, 낙하</a:t>
            </a:r>
          </a:p>
        </p:txBody>
      </p:sp>
      <p:sp>
        <p:nvSpPr>
          <p:cNvPr id="10" name="무한 러너로 고정 엔딩은 없다. 시간 정지·확장 아">
            <a:extLst xmlns:a="http://schemas.openxmlformats.org/drawingml/2006/main">
              <a:ext uri="{FF2B5EF4-FFF2-40B4-BE49-F238E27FC236}">
                <a16:creationId xmlns:a16="http://schemas.microsoft.com/office/drawing/2014/main" id="{E100CF02-894B-4227-BF3B-FEC561952145}"/>
              </a:ext>
            </a:extLst>
          </p:cNvPr>
          <p:cNvSpPr>
            <a:spLocks xmlns:a="http://schemas.openxmlformats.org/drawingml/2006/main" noGrp="1"/>
          </p:cNvSpPr>
          <p:nvPr/>
        </p:nvSpPr>
        <p:spPr>
          <a:xfrm xmlns:a="http://schemas.openxmlformats.org/drawingml/2006/main">
            <a:off x="609600" y="56959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BBAEC6"/>
                </a:solidFill>
                <a:latin typeface="Malgun Gothic"/>
                <a:ea typeface="Malgun Gothic"/>
                <a:cs typeface="Malgun Gothic"/>
              </a:defRPr>
            </a:defPPr>
            <a:lvl1pPr algn="l">
              <a:defRPr sz="1650" b="0">
                <a:solidFill>
                  <a:srgbClr val="BBAEC6"/>
                </a:solidFill>
                <a:latin typeface="Malgun Gothic"/>
                <a:ea typeface="Malgun Gothic"/>
                <a:cs typeface="Malgun Gothic"/>
              </a:defRPr>
            </a:lvl1pPr>
            <a:lvl2pPr algn="l">
              <a:defRPr sz="1650" b="0">
                <a:solidFill>
                  <a:srgbClr val="BBAEC6"/>
                </a:solidFill>
                <a:latin typeface="Malgun Gothic"/>
                <a:ea typeface="Malgun Gothic"/>
                <a:cs typeface="Malgun Gothic"/>
              </a:defRPr>
            </a:lvl2pPr>
            <a:lvl3pPr algn="l">
              <a:defRPr sz="1650" b="0">
                <a:solidFill>
                  <a:srgbClr val="BBAEC6"/>
                </a:solidFill>
                <a:latin typeface="Malgun Gothic"/>
                <a:ea typeface="Malgun Gothic"/>
                <a:cs typeface="Malgun Gothic"/>
              </a:defRPr>
            </a:lvl3pPr>
            <a:lvl4pPr algn="l">
              <a:defRPr sz="1650" b="0">
                <a:solidFill>
                  <a:srgbClr val="BBAEC6"/>
                </a:solidFill>
                <a:latin typeface="Malgun Gothic"/>
                <a:ea typeface="Malgun Gothic"/>
                <a:cs typeface="Malgun Gothic"/>
              </a:defRPr>
            </a:lvl4pPr>
            <a:lvl5pPr algn="l">
              <a:defRPr sz="1650" b="0">
                <a:solidFill>
                  <a:srgbClr val="BBAEC6"/>
                </a:solidFill>
                <a:latin typeface="Malgun Gothic"/>
                <a:ea typeface="Malgun Gothic"/>
                <a:cs typeface="Malgun Gothic"/>
              </a:defRPr>
            </a:lvl5pPr>
            <a:lvl6pPr algn="l">
              <a:defRPr sz="1650" b="0">
                <a:solidFill>
                  <a:srgbClr val="BBAEC6"/>
                </a:solidFill>
                <a:latin typeface="Malgun Gothic"/>
                <a:ea typeface="Malgun Gothic"/>
                <a:cs typeface="Malgun Gothic"/>
              </a:defRPr>
            </a:lvl6pPr>
            <a:lvl7pPr algn="l">
              <a:defRPr sz="1650" b="0">
                <a:solidFill>
                  <a:srgbClr val="BBAEC6"/>
                </a:solidFill>
                <a:latin typeface="Malgun Gothic"/>
                <a:ea typeface="Malgun Gothic"/>
                <a:cs typeface="Malgun Gothic"/>
              </a:defRPr>
            </a:lvl7pPr>
            <a:lvl8pPr algn="l">
              <a:defRPr sz="1650" b="0">
                <a:solidFill>
                  <a:srgbClr val="BBAEC6"/>
                </a:solidFill>
                <a:latin typeface="Malgun Gothic"/>
                <a:ea typeface="Malgun Gothic"/>
                <a:cs typeface="Malgun Gothic"/>
              </a:defRPr>
            </a:lvl8pPr>
            <a:lvl9pPr algn="l">
              <a:defRPr sz="1650" b="0">
                <a:solidFill>
                  <a:srgbClr val="BBAEC6"/>
                </a:solidFill>
                <a:latin typeface="Malgun Gothic"/>
                <a:ea typeface="Malgun Gothic"/>
                <a:cs typeface="Malgun Gothic"/>
              </a:defRPr>
            </a:lvl9pPr>
          </a:lstStyle>
          <a:p xmlns:a="http://schemas.openxmlformats.org/drawingml/2006/main">
            <a:pPr algn="l">
              <a:defRPr sz="1650" b="0">
                <a:solidFill>
                  <a:srgbClr val="BBAEC6"/>
                </a:solidFill>
                <a:latin typeface="Malgun Gothic"/>
                <a:ea typeface="Malgun Gothic"/>
                <a:cs typeface="Malgun Gothic"/>
              </a:defRPr>
            </a:pPr>
            <a:r>
              <a:rPr sz="1650" b="0">
                <a:solidFill>
                  <a:srgbClr val="BBAEC6"/>
                </a:solidFill>
                <a:latin typeface="Malgun Gothic"/>
                <a:ea typeface="Malgun Gothic"/>
                <a:cs typeface="Malgun Gothic"/>
              </a:rPr>
              <a:t>무한 러너로 고정 엔딩은 없다. 시간 정지·확장 아이템과 벽 달리기는 타이머 예외를 갖는다.</a:t>
            </a:r>
          </a:p>
        </p:txBody>
      </p:sp>
    </p:spTree>
    <p:extLst>
      <p:ext uri="{BB962C8B-B14F-4D97-AF65-F5344CB8AC3E}">
        <p14:creationId xmlns:p14="http://schemas.microsoft.com/office/powerpoint/2010/main" val="1964467328"/>
      </p:ext>
    </p:extLst>
  </p:cSld>
</p:sld>
</file>

<file path=ppt/slides/slide4.xml><?xml version="1.0" encoding="utf-8"?>
<p:sld xmlns:p="http://schemas.openxmlformats.org/presentationml/2006/main">
  <p:cSld>
    <p:bg>
      <p:bgPr>
        <a:solidFill xmlns:a="http://schemas.openxmlformats.org/drawingml/2006/main">
          <a:srgbClr val="100E16"/>
        </a:solidFill>
      </p:bgPr>
    </p:bg>
    <p:spTree>
      <p:nvGrpSpPr>
        <p:cNvPr id="1" name=""/>
        <p:cNvGrpSpPr/>
        <p:nvPr/>
      </p:nvGrpSpPr>
      <p:grpSpPr>
        <a:xfrm xmlns:a="http://schemas.openxmlformats.org/drawingml/2006/main"/>
      </p:grpSpPr>
      <p:sp>
        <p:nvSpPr>
          <p:cNvPr id="2" name="현재 프로토타입">
            <a:extLst xmlns:a="http://schemas.openxmlformats.org/drawingml/2006/main">
              <a:ext uri="{FF2B5EF4-FFF2-40B4-BE49-F238E27FC236}">
                <a16:creationId xmlns:a16="http://schemas.microsoft.com/office/drawing/2014/main" id="{0FB958AA-A26A-4367-8C6C-E90B194C00C2}"/>
              </a:ext>
            </a:extLst>
          </p:cNvPr>
          <p:cNvSpPr>
            <a:spLocks xmlns:a="http://schemas.openxmlformats.org/drawingml/2006/main" noGrp="1"/>
          </p:cNvSpPr>
          <p:nvPr/>
        </p:nvSpPr>
        <p:spPr>
          <a:xfrm xmlns:a="http://schemas.openxmlformats.org/drawingml/2006/main">
            <a:off x="609600" y="428625"/>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F8F2FA"/>
                </a:solidFill>
                <a:latin typeface="Malgun Gothic"/>
                <a:ea typeface="Malgun Gothic"/>
                <a:cs typeface="Malgun Gothic"/>
              </a:defRPr>
            </a:defPPr>
            <a:lvl1pPr algn="l">
              <a:defRPr sz="3225" b="1">
                <a:solidFill>
                  <a:srgbClr val="F8F2FA"/>
                </a:solidFill>
                <a:latin typeface="Malgun Gothic"/>
                <a:ea typeface="Malgun Gothic"/>
                <a:cs typeface="Malgun Gothic"/>
              </a:defRPr>
            </a:lvl1pPr>
            <a:lvl2pPr algn="l">
              <a:defRPr sz="3225" b="1">
                <a:solidFill>
                  <a:srgbClr val="F8F2FA"/>
                </a:solidFill>
                <a:latin typeface="Malgun Gothic"/>
                <a:ea typeface="Malgun Gothic"/>
                <a:cs typeface="Malgun Gothic"/>
              </a:defRPr>
            </a:lvl2pPr>
            <a:lvl3pPr algn="l">
              <a:defRPr sz="3225" b="1">
                <a:solidFill>
                  <a:srgbClr val="F8F2FA"/>
                </a:solidFill>
                <a:latin typeface="Malgun Gothic"/>
                <a:ea typeface="Malgun Gothic"/>
                <a:cs typeface="Malgun Gothic"/>
              </a:defRPr>
            </a:lvl3pPr>
            <a:lvl4pPr algn="l">
              <a:defRPr sz="3225" b="1">
                <a:solidFill>
                  <a:srgbClr val="F8F2FA"/>
                </a:solidFill>
                <a:latin typeface="Malgun Gothic"/>
                <a:ea typeface="Malgun Gothic"/>
                <a:cs typeface="Malgun Gothic"/>
              </a:defRPr>
            </a:lvl4pPr>
            <a:lvl5pPr algn="l">
              <a:defRPr sz="3225" b="1">
                <a:solidFill>
                  <a:srgbClr val="F8F2FA"/>
                </a:solidFill>
                <a:latin typeface="Malgun Gothic"/>
                <a:ea typeface="Malgun Gothic"/>
                <a:cs typeface="Malgun Gothic"/>
              </a:defRPr>
            </a:lvl5pPr>
            <a:lvl6pPr algn="l">
              <a:defRPr sz="3225" b="1">
                <a:solidFill>
                  <a:srgbClr val="F8F2FA"/>
                </a:solidFill>
                <a:latin typeface="Malgun Gothic"/>
                <a:ea typeface="Malgun Gothic"/>
                <a:cs typeface="Malgun Gothic"/>
              </a:defRPr>
            </a:lvl6pPr>
            <a:lvl7pPr algn="l">
              <a:defRPr sz="3225" b="1">
                <a:solidFill>
                  <a:srgbClr val="F8F2FA"/>
                </a:solidFill>
                <a:latin typeface="Malgun Gothic"/>
                <a:ea typeface="Malgun Gothic"/>
                <a:cs typeface="Malgun Gothic"/>
              </a:defRPr>
            </a:lvl7pPr>
            <a:lvl8pPr algn="l">
              <a:defRPr sz="3225" b="1">
                <a:solidFill>
                  <a:srgbClr val="F8F2FA"/>
                </a:solidFill>
                <a:latin typeface="Malgun Gothic"/>
                <a:ea typeface="Malgun Gothic"/>
                <a:cs typeface="Malgun Gothic"/>
              </a:defRPr>
            </a:lvl8pPr>
            <a:lvl9pPr algn="l">
              <a:defRPr sz="3225" b="1">
                <a:solidFill>
                  <a:srgbClr val="F8F2FA"/>
                </a:solidFill>
                <a:latin typeface="Malgun Gothic"/>
                <a:ea typeface="Malgun Gothic"/>
                <a:cs typeface="Malgun Gothic"/>
              </a:defRPr>
            </a:lvl9pPr>
          </a:lstStyle>
          <a:p xmlns:a="http://schemas.openxmlformats.org/drawingml/2006/main">
            <a:pPr algn="l">
              <a:defRPr sz="3225" b="1">
                <a:solidFill>
                  <a:srgbClr val="F8F2FA"/>
                </a:solidFill>
                <a:latin typeface="Malgun Gothic"/>
                <a:ea typeface="Malgun Gothic"/>
                <a:cs typeface="Malgun Gothic"/>
              </a:defRPr>
            </a:pPr>
            <a:r>
              <a:rPr sz="3225" b="1">
                <a:solidFill>
                  <a:srgbClr val="F8F2FA"/>
                </a:solidFill>
                <a:latin typeface="Malgun Gothic"/>
                <a:ea typeface="Malgun Gothic"/>
                <a:cs typeface="Malgun Gothic"/>
              </a:rPr>
              <a:t>현재 프로토타입</a:t>
            </a:r>
          </a:p>
        </p:txBody>
      </p:sp>
      <p:sp>
        <p:nvSpPr>
          <p:cNvPr id="3" name="03">
            <a:extLst xmlns:a="http://schemas.openxmlformats.org/drawingml/2006/main">
              <a:ext uri="{FF2B5EF4-FFF2-40B4-BE49-F238E27FC236}">
                <a16:creationId xmlns:a16="http://schemas.microsoft.com/office/drawing/2014/main" id="{19E3224A-C8B9-4970-92C7-0A0237ECB266}"/>
              </a:ext>
            </a:extLst>
          </p:cNvPr>
          <p:cNvSpPr>
            <a:spLocks xmlns:a="http://schemas.openxmlformats.org/drawingml/2006/main" noGrp="1"/>
          </p:cNvSpPr>
          <p:nvPr/>
        </p:nvSpPr>
        <p:spPr>
          <a:xfrm xmlns:a="http://schemas.openxmlformats.org/drawingml/2006/main">
            <a:off x="10982325" y="6324600"/>
            <a:ext cx="590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BBAEC6"/>
                </a:solidFill>
                <a:latin typeface="Malgun Gothic"/>
                <a:ea typeface="Malgun Gothic"/>
                <a:cs typeface="Malgun Gothic"/>
              </a:defRPr>
            </a:defPPr>
            <a:lvl1pPr algn="r">
              <a:defRPr sz="1350" b="0">
                <a:solidFill>
                  <a:srgbClr val="BBAEC6"/>
                </a:solidFill>
                <a:latin typeface="Malgun Gothic"/>
                <a:ea typeface="Malgun Gothic"/>
                <a:cs typeface="Malgun Gothic"/>
              </a:defRPr>
            </a:lvl1pPr>
            <a:lvl2pPr algn="r">
              <a:defRPr sz="1350" b="0">
                <a:solidFill>
                  <a:srgbClr val="BBAEC6"/>
                </a:solidFill>
                <a:latin typeface="Malgun Gothic"/>
                <a:ea typeface="Malgun Gothic"/>
                <a:cs typeface="Malgun Gothic"/>
              </a:defRPr>
            </a:lvl2pPr>
            <a:lvl3pPr algn="r">
              <a:defRPr sz="1350" b="0">
                <a:solidFill>
                  <a:srgbClr val="BBAEC6"/>
                </a:solidFill>
                <a:latin typeface="Malgun Gothic"/>
                <a:ea typeface="Malgun Gothic"/>
                <a:cs typeface="Malgun Gothic"/>
              </a:defRPr>
            </a:lvl3pPr>
            <a:lvl4pPr algn="r">
              <a:defRPr sz="1350" b="0">
                <a:solidFill>
                  <a:srgbClr val="BBAEC6"/>
                </a:solidFill>
                <a:latin typeface="Malgun Gothic"/>
                <a:ea typeface="Malgun Gothic"/>
                <a:cs typeface="Malgun Gothic"/>
              </a:defRPr>
            </a:lvl4pPr>
            <a:lvl5pPr algn="r">
              <a:defRPr sz="1350" b="0">
                <a:solidFill>
                  <a:srgbClr val="BBAEC6"/>
                </a:solidFill>
                <a:latin typeface="Malgun Gothic"/>
                <a:ea typeface="Malgun Gothic"/>
                <a:cs typeface="Malgun Gothic"/>
              </a:defRPr>
            </a:lvl5pPr>
            <a:lvl6pPr algn="r">
              <a:defRPr sz="1350" b="0">
                <a:solidFill>
                  <a:srgbClr val="BBAEC6"/>
                </a:solidFill>
                <a:latin typeface="Malgun Gothic"/>
                <a:ea typeface="Malgun Gothic"/>
                <a:cs typeface="Malgun Gothic"/>
              </a:defRPr>
            </a:lvl6pPr>
            <a:lvl7pPr algn="r">
              <a:defRPr sz="1350" b="0">
                <a:solidFill>
                  <a:srgbClr val="BBAEC6"/>
                </a:solidFill>
                <a:latin typeface="Malgun Gothic"/>
                <a:ea typeface="Malgun Gothic"/>
                <a:cs typeface="Malgun Gothic"/>
              </a:defRPr>
            </a:lvl7pPr>
            <a:lvl8pPr algn="r">
              <a:defRPr sz="1350" b="0">
                <a:solidFill>
                  <a:srgbClr val="BBAEC6"/>
                </a:solidFill>
                <a:latin typeface="Malgun Gothic"/>
                <a:ea typeface="Malgun Gothic"/>
                <a:cs typeface="Malgun Gothic"/>
              </a:defRPr>
            </a:lvl8pPr>
            <a:lvl9pPr algn="r">
              <a:defRPr sz="1350" b="0">
                <a:solidFill>
                  <a:srgbClr val="BBAEC6"/>
                </a:solidFill>
                <a:latin typeface="Malgun Gothic"/>
                <a:ea typeface="Malgun Gothic"/>
                <a:cs typeface="Malgun Gothic"/>
              </a:defRPr>
            </a:lvl9pPr>
          </a:lstStyle>
          <a:p xmlns:a="http://schemas.openxmlformats.org/drawingml/2006/main">
            <a:pPr algn="r">
              <a:defRPr sz="1350" b="0">
                <a:solidFill>
                  <a:srgbClr val="BBAEC6"/>
                </a:solidFill>
                <a:latin typeface="Malgun Gothic"/>
                <a:ea typeface="Malgun Gothic"/>
                <a:cs typeface="Malgun Gothic"/>
              </a:defRPr>
            </a:pPr>
            <a:r>
              <a:rPr sz="1350" b="0">
                <a:solidFill>
                  <a:srgbClr val="BBAEC6"/>
                </a:solidFill>
                <a:latin typeface="Malgun Gothic"/>
                <a:ea typeface="Malgun Gothic"/>
                <a:cs typeface="Malgun Gothic"/>
              </a:rPr>
              <a:t>03</a:t>
            </a:r>
          </a:p>
        </p:txBody>
      </p:sp>
      <p:pic>
        <p:nvPicPr>
          <p:cNvPr id="4" name="">
            <a:extLst xmlns:a="http://schemas.openxmlformats.org/drawingml/2006/main">
              <a:ext uri="{FF2B5EF4-FFF2-40B4-BE49-F238E27FC236}">
                <a16:creationId xmlns:a16="http://schemas.microsoft.com/office/drawing/2014/main" id="{038FA1DC-D405-40B3-95A6-A3D68FE51FBE}"/>
              </a:ext>
            </a:extLst>
          </p:cNvPr>
          <p:cNvPicPr>
            <a:picLocks xmlns:a="http://schemas.openxmlformats.org/drawingml/2006/main" noChangeAspect="1"/>
          </p:cNvPicPr>
          <p:nvPr/>
        </p:nvPicPr>
        <p:blipFill>
          <a:blip xmlns:r="http://schemas.openxmlformats.org/officeDocument/2006/relationships" xmlns:a="http://schemas.openxmlformats.org/drawingml/2006/main" r:embed="R7d2c7c3c11cf4342"/>
          <a:stretch xmlns:a="http://schemas.openxmlformats.org/drawingml/2006/main"/>
        </p:blipFill>
        <p:spPr>
          <a:xfrm xmlns:a="http://schemas.openxmlformats.org/drawingml/2006/main">
            <a:off x="609600" y="1504950"/>
            <a:ext cx="2143125" cy="3810000"/>
          </a:xfrm>
          <a:prstGeom xmlns:a="http://schemas.openxmlformats.org/drawingml/2006/main" prst="rect">
            <a:avLst/>
          </a:prstGeom>
        </p:spPr>
      </p:pic>
      <p:pic>
        <p:nvPicPr>
          <p:cNvPr id="5" name="">
            <a:extLst xmlns:a="http://schemas.openxmlformats.org/drawingml/2006/main">
              <a:ext uri="{FF2B5EF4-FFF2-40B4-BE49-F238E27FC236}">
                <a16:creationId xmlns:a16="http://schemas.microsoft.com/office/drawing/2014/main" id="{A4C3629F-03F7-41D0-845C-E6863870A69B}"/>
              </a:ext>
            </a:extLst>
          </p:cNvPr>
          <p:cNvPicPr>
            <a:picLocks xmlns:a="http://schemas.openxmlformats.org/drawingml/2006/main" noChangeAspect="1"/>
          </p:cNvPicPr>
          <p:nvPr/>
        </p:nvPicPr>
        <p:blipFill>
          <a:blip xmlns:r="http://schemas.openxmlformats.org/officeDocument/2006/relationships" xmlns:a="http://schemas.openxmlformats.org/drawingml/2006/main" r:embed="R41e18f3f2c8a4fec"/>
          <a:stretch xmlns:a="http://schemas.openxmlformats.org/drawingml/2006/main"/>
        </p:blipFill>
        <p:spPr>
          <a:xfrm xmlns:a="http://schemas.openxmlformats.org/drawingml/2006/main">
            <a:off x="3057525" y="1504950"/>
            <a:ext cx="2143125" cy="3810000"/>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8C6619B0-FA6C-44B1-9067-D61C8352D607}"/>
              </a:ext>
            </a:extLst>
          </p:cNvPr>
          <p:cNvPicPr>
            <a:picLocks xmlns:a="http://schemas.openxmlformats.org/drawingml/2006/main" noChangeAspect="1"/>
          </p:cNvPicPr>
          <p:nvPr/>
        </p:nvPicPr>
        <p:blipFill>
          <a:blip xmlns:r="http://schemas.openxmlformats.org/officeDocument/2006/relationships" xmlns:a="http://schemas.openxmlformats.org/drawingml/2006/main" r:embed="R7a7e9a3ddfbc431f"/>
          <a:stretch xmlns:a="http://schemas.openxmlformats.org/drawingml/2006/main"/>
        </p:blipFill>
        <p:spPr>
          <a:xfrm xmlns:a="http://schemas.openxmlformats.org/drawingml/2006/main">
            <a:off x="5505450" y="1504950"/>
            <a:ext cx="2143125" cy="3810000"/>
          </a:xfrm>
          <a:prstGeom xmlns:a="http://schemas.openxmlformats.org/drawingml/2006/main" prst="rect">
            <a:avLst/>
          </a:prstGeom>
        </p:spPr>
      </p:pic>
      <p:sp>
        <p:nvSpPr>
          <p:cNvPr id="7" name="타이틀·메뉴">
            <a:extLst xmlns:a="http://schemas.openxmlformats.org/drawingml/2006/main">
              <a:ext uri="{FF2B5EF4-FFF2-40B4-BE49-F238E27FC236}">
                <a16:creationId xmlns:a16="http://schemas.microsoft.com/office/drawing/2014/main" id="{B02E5315-E0F5-4692-AB54-C81B67978AC0}"/>
              </a:ext>
            </a:extLst>
          </p:cNvPr>
          <p:cNvSpPr>
            <a:spLocks xmlns:a="http://schemas.openxmlformats.org/drawingml/2006/main" noGrp="1"/>
          </p:cNvSpPr>
          <p:nvPr/>
        </p:nvSpPr>
        <p:spPr>
          <a:xfrm xmlns:a="http://schemas.openxmlformats.org/drawingml/2006/main">
            <a:off x="609600" y="5495925"/>
            <a:ext cx="2143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725" b="1">
                <a:solidFill>
                  <a:srgbClr val="F2B6D3"/>
                </a:solidFill>
                <a:latin typeface="Malgun Gothic"/>
                <a:ea typeface="Malgun Gothic"/>
                <a:cs typeface="Malgun Gothic"/>
              </a:defRPr>
            </a:defPPr>
            <a:lvl1pPr algn="ctr">
              <a:defRPr sz="1725" b="1">
                <a:solidFill>
                  <a:srgbClr val="F2B6D3"/>
                </a:solidFill>
                <a:latin typeface="Malgun Gothic"/>
                <a:ea typeface="Malgun Gothic"/>
                <a:cs typeface="Malgun Gothic"/>
              </a:defRPr>
            </a:lvl1pPr>
            <a:lvl2pPr algn="ctr">
              <a:defRPr sz="1725" b="1">
                <a:solidFill>
                  <a:srgbClr val="F2B6D3"/>
                </a:solidFill>
                <a:latin typeface="Malgun Gothic"/>
                <a:ea typeface="Malgun Gothic"/>
                <a:cs typeface="Malgun Gothic"/>
              </a:defRPr>
            </a:lvl2pPr>
            <a:lvl3pPr algn="ctr">
              <a:defRPr sz="1725" b="1">
                <a:solidFill>
                  <a:srgbClr val="F2B6D3"/>
                </a:solidFill>
                <a:latin typeface="Malgun Gothic"/>
                <a:ea typeface="Malgun Gothic"/>
                <a:cs typeface="Malgun Gothic"/>
              </a:defRPr>
            </a:lvl3pPr>
            <a:lvl4pPr algn="ctr">
              <a:defRPr sz="1725" b="1">
                <a:solidFill>
                  <a:srgbClr val="F2B6D3"/>
                </a:solidFill>
                <a:latin typeface="Malgun Gothic"/>
                <a:ea typeface="Malgun Gothic"/>
                <a:cs typeface="Malgun Gothic"/>
              </a:defRPr>
            </a:lvl4pPr>
            <a:lvl5pPr algn="ctr">
              <a:defRPr sz="1725" b="1">
                <a:solidFill>
                  <a:srgbClr val="F2B6D3"/>
                </a:solidFill>
                <a:latin typeface="Malgun Gothic"/>
                <a:ea typeface="Malgun Gothic"/>
                <a:cs typeface="Malgun Gothic"/>
              </a:defRPr>
            </a:lvl5pPr>
            <a:lvl6pPr algn="ctr">
              <a:defRPr sz="1725" b="1">
                <a:solidFill>
                  <a:srgbClr val="F2B6D3"/>
                </a:solidFill>
                <a:latin typeface="Malgun Gothic"/>
                <a:ea typeface="Malgun Gothic"/>
                <a:cs typeface="Malgun Gothic"/>
              </a:defRPr>
            </a:lvl6pPr>
            <a:lvl7pPr algn="ctr">
              <a:defRPr sz="1725" b="1">
                <a:solidFill>
                  <a:srgbClr val="F2B6D3"/>
                </a:solidFill>
                <a:latin typeface="Malgun Gothic"/>
                <a:ea typeface="Malgun Gothic"/>
                <a:cs typeface="Malgun Gothic"/>
              </a:defRPr>
            </a:lvl7pPr>
            <a:lvl8pPr algn="ctr">
              <a:defRPr sz="1725" b="1">
                <a:solidFill>
                  <a:srgbClr val="F2B6D3"/>
                </a:solidFill>
                <a:latin typeface="Malgun Gothic"/>
                <a:ea typeface="Malgun Gothic"/>
                <a:cs typeface="Malgun Gothic"/>
              </a:defRPr>
            </a:lvl8pPr>
            <a:lvl9pPr algn="ctr">
              <a:defRPr sz="1725" b="1">
                <a:solidFill>
                  <a:srgbClr val="F2B6D3"/>
                </a:solidFill>
                <a:latin typeface="Malgun Gothic"/>
                <a:ea typeface="Malgun Gothic"/>
                <a:cs typeface="Malgun Gothic"/>
              </a:defRPr>
            </a:lvl9pPr>
          </a:lstStyle>
          <a:p xmlns:a="http://schemas.openxmlformats.org/drawingml/2006/main">
            <a:pPr algn="ctr">
              <a:defRPr sz="1725" b="1">
                <a:solidFill>
                  <a:srgbClr val="F2B6D3"/>
                </a:solidFill>
                <a:latin typeface="Malgun Gothic"/>
                <a:ea typeface="Malgun Gothic"/>
                <a:cs typeface="Malgun Gothic"/>
              </a:defRPr>
            </a:pPr>
            <a:r>
              <a:rPr sz="1725" b="1">
                <a:solidFill>
                  <a:srgbClr val="F2B6D3"/>
                </a:solidFill>
                <a:latin typeface="Malgun Gothic"/>
                <a:ea typeface="Malgun Gothic"/>
                <a:cs typeface="Malgun Gothic"/>
              </a:rPr>
              <a:t>타이틀·메뉴</a:t>
            </a:r>
          </a:p>
        </p:txBody>
      </p:sp>
      <p:sp>
        <p:nvSpPr>
          <p:cNvPr id="8" name="공중 전투·타이머">
            <a:extLst xmlns:a="http://schemas.openxmlformats.org/drawingml/2006/main">
              <a:ext uri="{FF2B5EF4-FFF2-40B4-BE49-F238E27FC236}">
                <a16:creationId xmlns:a16="http://schemas.microsoft.com/office/drawing/2014/main" id="{A5DA88E0-E946-40C7-8D21-CB4598079B52}"/>
              </a:ext>
            </a:extLst>
          </p:cNvPr>
          <p:cNvSpPr>
            <a:spLocks xmlns:a="http://schemas.openxmlformats.org/drawingml/2006/main" noGrp="1"/>
          </p:cNvSpPr>
          <p:nvPr/>
        </p:nvSpPr>
        <p:spPr>
          <a:xfrm xmlns:a="http://schemas.openxmlformats.org/drawingml/2006/main">
            <a:off x="3057525" y="5495925"/>
            <a:ext cx="2143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725" b="1">
                <a:solidFill>
                  <a:srgbClr val="F2B6D3"/>
                </a:solidFill>
                <a:latin typeface="Malgun Gothic"/>
                <a:ea typeface="Malgun Gothic"/>
                <a:cs typeface="Malgun Gothic"/>
              </a:defRPr>
            </a:defPPr>
            <a:lvl1pPr algn="ctr">
              <a:defRPr sz="1725" b="1">
                <a:solidFill>
                  <a:srgbClr val="F2B6D3"/>
                </a:solidFill>
                <a:latin typeface="Malgun Gothic"/>
                <a:ea typeface="Malgun Gothic"/>
                <a:cs typeface="Malgun Gothic"/>
              </a:defRPr>
            </a:lvl1pPr>
            <a:lvl2pPr algn="ctr">
              <a:defRPr sz="1725" b="1">
                <a:solidFill>
                  <a:srgbClr val="F2B6D3"/>
                </a:solidFill>
                <a:latin typeface="Malgun Gothic"/>
                <a:ea typeface="Malgun Gothic"/>
                <a:cs typeface="Malgun Gothic"/>
              </a:defRPr>
            </a:lvl2pPr>
            <a:lvl3pPr algn="ctr">
              <a:defRPr sz="1725" b="1">
                <a:solidFill>
                  <a:srgbClr val="F2B6D3"/>
                </a:solidFill>
                <a:latin typeface="Malgun Gothic"/>
                <a:ea typeface="Malgun Gothic"/>
                <a:cs typeface="Malgun Gothic"/>
              </a:defRPr>
            </a:lvl3pPr>
            <a:lvl4pPr algn="ctr">
              <a:defRPr sz="1725" b="1">
                <a:solidFill>
                  <a:srgbClr val="F2B6D3"/>
                </a:solidFill>
                <a:latin typeface="Malgun Gothic"/>
                <a:ea typeface="Malgun Gothic"/>
                <a:cs typeface="Malgun Gothic"/>
              </a:defRPr>
            </a:lvl4pPr>
            <a:lvl5pPr algn="ctr">
              <a:defRPr sz="1725" b="1">
                <a:solidFill>
                  <a:srgbClr val="F2B6D3"/>
                </a:solidFill>
                <a:latin typeface="Malgun Gothic"/>
                <a:ea typeface="Malgun Gothic"/>
                <a:cs typeface="Malgun Gothic"/>
              </a:defRPr>
            </a:lvl5pPr>
            <a:lvl6pPr algn="ctr">
              <a:defRPr sz="1725" b="1">
                <a:solidFill>
                  <a:srgbClr val="F2B6D3"/>
                </a:solidFill>
                <a:latin typeface="Malgun Gothic"/>
                <a:ea typeface="Malgun Gothic"/>
                <a:cs typeface="Malgun Gothic"/>
              </a:defRPr>
            </a:lvl6pPr>
            <a:lvl7pPr algn="ctr">
              <a:defRPr sz="1725" b="1">
                <a:solidFill>
                  <a:srgbClr val="F2B6D3"/>
                </a:solidFill>
                <a:latin typeface="Malgun Gothic"/>
                <a:ea typeface="Malgun Gothic"/>
                <a:cs typeface="Malgun Gothic"/>
              </a:defRPr>
            </a:lvl7pPr>
            <a:lvl8pPr algn="ctr">
              <a:defRPr sz="1725" b="1">
                <a:solidFill>
                  <a:srgbClr val="F2B6D3"/>
                </a:solidFill>
                <a:latin typeface="Malgun Gothic"/>
                <a:ea typeface="Malgun Gothic"/>
                <a:cs typeface="Malgun Gothic"/>
              </a:defRPr>
            </a:lvl8pPr>
            <a:lvl9pPr algn="ctr">
              <a:defRPr sz="1725" b="1">
                <a:solidFill>
                  <a:srgbClr val="F2B6D3"/>
                </a:solidFill>
                <a:latin typeface="Malgun Gothic"/>
                <a:ea typeface="Malgun Gothic"/>
                <a:cs typeface="Malgun Gothic"/>
              </a:defRPr>
            </a:lvl9pPr>
          </a:lstStyle>
          <a:p xmlns:a="http://schemas.openxmlformats.org/drawingml/2006/main">
            <a:pPr algn="ctr">
              <a:defRPr sz="1725" b="1">
                <a:solidFill>
                  <a:srgbClr val="F2B6D3"/>
                </a:solidFill>
                <a:latin typeface="Malgun Gothic"/>
                <a:ea typeface="Malgun Gothic"/>
                <a:cs typeface="Malgun Gothic"/>
              </a:defRPr>
            </a:pPr>
            <a:r>
              <a:rPr sz="1725" b="1">
                <a:solidFill>
                  <a:srgbClr val="F2B6D3"/>
                </a:solidFill>
                <a:latin typeface="Malgun Gothic"/>
                <a:ea typeface="Malgun Gothic"/>
                <a:cs typeface="Malgun Gothic"/>
              </a:rPr>
              <a:t>공중 전투·타이머</a:t>
            </a:r>
          </a:p>
        </p:txBody>
      </p:sp>
      <p:sp>
        <p:nvSpPr>
          <p:cNvPr id="9" name="3레인 코스">
            <a:extLst xmlns:a="http://schemas.openxmlformats.org/drawingml/2006/main">
              <a:ext uri="{FF2B5EF4-FFF2-40B4-BE49-F238E27FC236}">
                <a16:creationId xmlns:a16="http://schemas.microsoft.com/office/drawing/2014/main" id="{E79E8B43-D796-4A5F-B698-777826CDCBC7}"/>
              </a:ext>
            </a:extLst>
          </p:cNvPr>
          <p:cNvSpPr>
            <a:spLocks xmlns:a="http://schemas.openxmlformats.org/drawingml/2006/main" noGrp="1"/>
          </p:cNvSpPr>
          <p:nvPr/>
        </p:nvSpPr>
        <p:spPr>
          <a:xfrm xmlns:a="http://schemas.openxmlformats.org/drawingml/2006/main">
            <a:off x="5505450" y="5495925"/>
            <a:ext cx="2143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725" b="1">
                <a:solidFill>
                  <a:srgbClr val="F2B6D3"/>
                </a:solidFill>
                <a:latin typeface="Malgun Gothic"/>
                <a:ea typeface="Malgun Gothic"/>
                <a:cs typeface="Malgun Gothic"/>
              </a:defRPr>
            </a:defPPr>
            <a:lvl1pPr algn="ctr">
              <a:defRPr sz="1725" b="1">
                <a:solidFill>
                  <a:srgbClr val="F2B6D3"/>
                </a:solidFill>
                <a:latin typeface="Malgun Gothic"/>
                <a:ea typeface="Malgun Gothic"/>
                <a:cs typeface="Malgun Gothic"/>
              </a:defRPr>
            </a:lvl1pPr>
            <a:lvl2pPr algn="ctr">
              <a:defRPr sz="1725" b="1">
                <a:solidFill>
                  <a:srgbClr val="F2B6D3"/>
                </a:solidFill>
                <a:latin typeface="Malgun Gothic"/>
                <a:ea typeface="Malgun Gothic"/>
                <a:cs typeface="Malgun Gothic"/>
              </a:defRPr>
            </a:lvl2pPr>
            <a:lvl3pPr algn="ctr">
              <a:defRPr sz="1725" b="1">
                <a:solidFill>
                  <a:srgbClr val="F2B6D3"/>
                </a:solidFill>
                <a:latin typeface="Malgun Gothic"/>
                <a:ea typeface="Malgun Gothic"/>
                <a:cs typeface="Malgun Gothic"/>
              </a:defRPr>
            </a:lvl3pPr>
            <a:lvl4pPr algn="ctr">
              <a:defRPr sz="1725" b="1">
                <a:solidFill>
                  <a:srgbClr val="F2B6D3"/>
                </a:solidFill>
                <a:latin typeface="Malgun Gothic"/>
                <a:ea typeface="Malgun Gothic"/>
                <a:cs typeface="Malgun Gothic"/>
              </a:defRPr>
            </a:lvl4pPr>
            <a:lvl5pPr algn="ctr">
              <a:defRPr sz="1725" b="1">
                <a:solidFill>
                  <a:srgbClr val="F2B6D3"/>
                </a:solidFill>
                <a:latin typeface="Malgun Gothic"/>
                <a:ea typeface="Malgun Gothic"/>
                <a:cs typeface="Malgun Gothic"/>
              </a:defRPr>
            </a:lvl5pPr>
            <a:lvl6pPr algn="ctr">
              <a:defRPr sz="1725" b="1">
                <a:solidFill>
                  <a:srgbClr val="F2B6D3"/>
                </a:solidFill>
                <a:latin typeface="Malgun Gothic"/>
                <a:ea typeface="Malgun Gothic"/>
                <a:cs typeface="Malgun Gothic"/>
              </a:defRPr>
            </a:lvl6pPr>
            <a:lvl7pPr algn="ctr">
              <a:defRPr sz="1725" b="1">
                <a:solidFill>
                  <a:srgbClr val="F2B6D3"/>
                </a:solidFill>
                <a:latin typeface="Malgun Gothic"/>
                <a:ea typeface="Malgun Gothic"/>
                <a:cs typeface="Malgun Gothic"/>
              </a:defRPr>
            </a:lvl7pPr>
            <a:lvl8pPr algn="ctr">
              <a:defRPr sz="1725" b="1">
                <a:solidFill>
                  <a:srgbClr val="F2B6D3"/>
                </a:solidFill>
                <a:latin typeface="Malgun Gothic"/>
                <a:ea typeface="Malgun Gothic"/>
                <a:cs typeface="Malgun Gothic"/>
              </a:defRPr>
            </a:lvl8pPr>
            <a:lvl9pPr algn="ctr">
              <a:defRPr sz="1725" b="1">
                <a:solidFill>
                  <a:srgbClr val="F2B6D3"/>
                </a:solidFill>
                <a:latin typeface="Malgun Gothic"/>
                <a:ea typeface="Malgun Gothic"/>
                <a:cs typeface="Malgun Gothic"/>
              </a:defRPr>
            </a:lvl9pPr>
          </a:lstStyle>
          <a:p xmlns:a="http://schemas.openxmlformats.org/drawingml/2006/main">
            <a:pPr algn="ctr">
              <a:defRPr sz="1725" b="1">
                <a:solidFill>
                  <a:srgbClr val="F2B6D3"/>
                </a:solidFill>
                <a:latin typeface="Malgun Gothic"/>
                <a:ea typeface="Malgun Gothic"/>
                <a:cs typeface="Malgun Gothic"/>
              </a:defRPr>
            </a:pPr>
            <a:r>
              <a:rPr sz="1725" b="1">
                <a:solidFill>
                  <a:srgbClr val="F2B6D3"/>
                </a:solidFill>
                <a:latin typeface="Malgun Gothic"/>
                <a:ea typeface="Malgun Gothic"/>
                <a:cs typeface="Malgun Gothic"/>
              </a:rPr>
              <a:t>3레인 코스</a:t>
            </a:r>
          </a:p>
        </p:txBody>
      </p:sp>
      <p:sp>
        <p:nvSpPr>
          <p:cNvPr id="10" name="구현 코드 확인">
            <a:extLst xmlns:a="http://schemas.openxmlformats.org/drawingml/2006/main">
              <a:ext uri="{FF2B5EF4-FFF2-40B4-BE49-F238E27FC236}">
                <a16:creationId xmlns:a16="http://schemas.microsoft.com/office/drawing/2014/main" id="{E18F5D5E-49B4-4F95-9516-ED5532546597}"/>
              </a:ext>
            </a:extLst>
          </p:cNvPr>
          <p:cNvSpPr>
            <a:spLocks xmlns:a="http://schemas.openxmlformats.org/drawingml/2006/main" noGrp="1"/>
          </p:cNvSpPr>
          <p:nvPr/>
        </p:nvSpPr>
        <p:spPr>
          <a:xfrm xmlns:a="http://schemas.openxmlformats.org/drawingml/2006/main">
            <a:off x="8096250" y="1571625"/>
            <a:ext cx="333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FF4B9B"/>
                </a:solidFill>
                <a:latin typeface="Malgun Gothic"/>
                <a:ea typeface="Malgun Gothic"/>
                <a:cs typeface="Malgun Gothic"/>
              </a:defRPr>
            </a:defPPr>
            <a:lvl1pPr algn="l">
              <a:defRPr sz="2100" b="1">
                <a:solidFill>
                  <a:srgbClr val="FF4B9B"/>
                </a:solidFill>
                <a:latin typeface="Malgun Gothic"/>
                <a:ea typeface="Malgun Gothic"/>
                <a:cs typeface="Malgun Gothic"/>
              </a:defRPr>
            </a:lvl1pPr>
            <a:lvl2pPr algn="l">
              <a:defRPr sz="2100" b="1">
                <a:solidFill>
                  <a:srgbClr val="FF4B9B"/>
                </a:solidFill>
                <a:latin typeface="Malgun Gothic"/>
                <a:ea typeface="Malgun Gothic"/>
                <a:cs typeface="Malgun Gothic"/>
              </a:defRPr>
            </a:lvl2pPr>
            <a:lvl3pPr algn="l">
              <a:defRPr sz="2100" b="1">
                <a:solidFill>
                  <a:srgbClr val="FF4B9B"/>
                </a:solidFill>
                <a:latin typeface="Malgun Gothic"/>
                <a:ea typeface="Malgun Gothic"/>
                <a:cs typeface="Malgun Gothic"/>
              </a:defRPr>
            </a:lvl3pPr>
            <a:lvl4pPr algn="l">
              <a:defRPr sz="2100" b="1">
                <a:solidFill>
                  <a:srgbClr val="FF4B9B"/>
                </a:solidFill>
                <a:latin typeface="Malgun Gothic"/>
                <a:ea typeface="Malgun Gothic"/>
                <a:cs typeface="Malgun Gothic"/>
              </a:defRPr>
            </a:lvl4pPr>
            <a:lvl5pPr algn="l">
              <a:defRPr sz="2100" b="1">
                <a:solidFill>
                  <a:srgbClr val="FF4B9B"/>
                </a:solidFill>
                <a:latin typeface="Malgun Gothic"/>
                <a:ea typeface="Malgun Gothic"/>
                <a:cs typeface="Malgun Gothic"/>
              </a:defRPr>
            </a:lvl5pPr>
            <a:lvl6pPr algn="l">
              <a:defRPr sz="2100" b="1">
                <a:solidFill>
                  <a:srgbClr val="FF4B9B"/>
                </a:solidFill>
                <a:latin typeface="Malgun Gothic"/>
                <a:ea typeface="Malgun Gothic"/>
                <a:cs typeface="Malgun Gothic"/>
              </a:defRPr>
            </a:lvl6pPr>
            <a:lvl7pPr algn="l">
              <a:defRPr sz="2100" b="1">
                <a:solidFill>
                  <a:srgbClr val="FF4B9B"/>
                </a:solidFill>
                <a:latin typeface="Malgun Gothic"/>
                <a:ea typeface="Malgun Gothic"/>
                <a:cs typeface="Malgun Gothic"/>
              </a:defRPr>
            </a:lvl7pPr>
            <a:lvl8pPr algn="l">
              <a:defRPr sz="2100" b="1">
                <a:solidFill>
                  <a:srgbClr val="FF4B9B"/>
                </a:solidFill>
                <a:latin typeface="Malgun Gothic"/>
                <a:ea typeface="Malgun Gothic"/>
                <a:cs typeface="Malgun Gothic"/>
              </a:defRPr>
            </a:lvl8pPr>
            <a:lvl9pPr algn="l">
              <a:defRPr sz="2100" b="1">
                <a:solidFill>
                  <a:srgbClr val="FF4B9B"/>
                </a:solidFill>
                <a:latin typeface="Malgun Gothic"/>
                <a:ea typeface="Malgun Gothic"/>
                <a:cs typeface="Malgun Gothic"/>
              </a:defRPr>
            </a:lvl9pPr>
          </a:lstStyle>
          <a:p xmlns:a="http://schemas.openxmlformats.org/drawingml/2006/main">
            <a:pPr algn="l">
              <a:defRPr sz="2100" b="1">
                <a:solidFill>
                  <a:srgbClr val="FF4B9B"/>
                </a:solidFill>
                <a:latin typeface="Malgun Gothic"/>
                <a:ea typeface="Malgun Gothic"/>
                <a:cs typeface="Malgun Gothic"/>
              </a:defRPr>
            </a:pPr>
            <a:r>
              <a:rPr sz="2100" b="1">
                <a:solidFill>
                  <a:srgbClr val="FF4B9B"/>
                </a:solidFill>
                <a:latin typeface="Malgun Gothic"/>
                <a:ea typeface="Malgun Gothic"/>
                <a:cs typeface="Malgun Gothic"/>
              </a:rPr>
              <a:t>구현 코드 확인</a:t>
            </a:r>
          </a:p>
        </p:txBody>
      </p:sp>
      <p:sp>
        <p:nvSpPr>
          <p:cNvPr id="11" name="기본 이동·전투&#10;4초 규칙과 점수·콤보&#10;결과·기록·">
            <a:extLst xmlns:a="http://schemas.openxmlformats.org/drawingml/2006/main">
              <a:ext uri="{FF2B5EF4-FFF2-40B4-BE49-F238E27FC236}">
                <a16:creationId xmlns:a16="http://schemas.microsoft.com/office/drawing/2014/main" id="{0746280C-A79A-4CCC-B66E-CF80DE66B76D}"/>
              </a:ext>
            </a:extLst>
          </p:cNvPr>
          <p:cNvSpPr>
            <a:spLocks xmlns:a="http://schemas.openxmlformats.org/drawingml/2006/main" noGrp="1"/>
          </p:cNvSpPr>
          <p:nvPr/>
        </p:nvSpPr>
        <p:spPr>
          <a:xfrm xmlns:a="http://schemas.openxmlformats.org/drawingml/2006/main">
            <a:off x="8096250" y="2124075"/>
            <a:ext cx="3381375"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F8F2FA"/>
                </a:solidFill>
                <a:latin typeface="Malgun Gothic"/>
                <a:ea typeface="Malgun Gothic"/>
                <a:cs typeface="Malgun Gothic"/>
              </a:defRPr>
            </a:defPPr>
            <a:lvl1pPr algn="l">
              <a:defRPr sz="2025" b="0">
                <a:solidFill>
                  <a:srgbClr val="F8F2FA"/>
                </a:solidFill>
                <a:latin typeface="Malgun Gothic"/>
                <a:ea typeface="Malgun Gothic"/>
                <a:cs typeface="Malgun Gothic"/>
              </a:defRPr>
            </a:lvl1pPr>
            <a:lvl2pPr algn="l">
              <a:defRPr sz="2025" b="0">
                <a:solidFill>
                  <a:srgbClr val="F8F2FA"/>
                </a:solidFill>
                <a:latin typeface="Malgun Gothic"/>
                <a:ea typeface="Malgun Gothic"/>
                <a:cs typeface="Malgun Gothic"/>
              </a:defRPr>
            </a:lvl2pPr>
            <a:lvl3pPr algn="l">
              <a:defRPr sz="2025" b="0">
                <a:solidFill>
                  <a:srgbClr val="F8F2FA"/>
                </a:solidFill>
                <a:latin typeface="Malgun Gothic"/>
                <a:ea typeface="Malgun Gothic"/>
                <a:cs typeface="Malgun Gothic"/>
              </a:defRPr>
            </a:lvl3pPr>
            <a:lvl4pPr algn="l">
              <a:defRPr sz="2025" b="0">
                <a:solidFill>
                  <a:srgbClr val="F8F2FA"/>
                </a:solidFill>
                <a:latin typeface="Malgun Gothic"/>
                <a:ea typeface="Malgun Gothic"/>
                <a:cs typeface="Malgun Gothic"/>
              </a:defRPr>
            </a:lvl4pPr>
            <a:lvl5pPr algn="l">
              <a:defRPr sz="2025" b="0">
                <a:solidFill>
                  <a:srgbClr val="F8F2FA"/>
                </a:solidFill>
                <a:latin typeface="Malgun Gothic"/>
                <a:ea typeface="Malgun Gothic"/>
                <a:cs typeface="Malgun Gothic"/>
              </a:defRPr>
            </a:lvl5pPr>
            <a:lvl6pPr algn="l">
              <a:defRPr sz="2025" b="0">
                <a:solidFill>
                  <a:srgbClr val="F8F2FA"/>
                </a:solidFill>
                <a:latin typeface="Malgun Gothic"/>
                <a:ea typeface="Malgun Gothic"/>
                <a:cs typeface="Malgun Gothic"/>
              </a:defRPr>
            </a:lvl6pPr>
            <a:lvl7pPr algn="l">
              <a:defRPr sz="2025" b="0">
                <a:solidFill>
                  <a:srgbClr val="F8F2FA"/>
                </a:solidFill>
                <a:latin typeface="Malgun Gothic"/>
                <a:ea typeface="Malgun Gothic"/>
                <a:cs typeface="Malgun Gothic"/>
              </a:defRPr>
            </a:lvl7pPr>
            <a:lvl8pPr algn="l">
              <a:defRPr sz="2025" b="0">
                <a:solidFill>
                  <a:srgbClr val="F8F2FA"/>
                </a:solidFill>
                <a:latin typeface="Malgun Gothic"/>
                <a:ea typeface="Malgun Gothic"/>
                <a:cs typeface="Malgun Gothic"/>
              </a:defRPr>
            </a:lvl8pPr>
            <a:lvl9pPr algn="l">
              <a:defRPr sz="2025" b="0">
                <a:solidFill>
                  <a:srgbClr val="F8F2FA"/>
                </a:solidFill>
                <a:latin typeface="Malgun Gothic"/>
                <a:ea typeface="Malgun Gothic"/>
                <a:cs typeface="Malgun Gothic"/>
              </a:defRPr>
            </a:lvl9pPr>
          </a:lstStyle>
          <a:p xmlns:a="http://schemas.openxmlformats.org/drawingml/2006/main">
            <a:pPr algn="l">
              <a:defRPr sz="2025" b="0">
                <a:solidFill>
                  <a:srgbClr val="F8F2FA"/>
                </a:solidFill>
                <a:latin typeface="Malgun Gothic"/>
                <a:ea typeface="Malgun Gothic"/>
                <a:cs typeface="Malgun Gothic"/>
              </a:defRPr>
            </a:pPr>
            <a:r>
              <a:rPr sz="2025" b="0">
                <a:solidFill>
                  <a:srgbClr val="F8F2FA"/>
                </a:solidFill>
                <a:latin typeface="Malgun Gothic"/>
                <a:ea typeface="Malgun Gothic"/>
                <a:cs typeface="Malgun Gothic"/>
              </a:rPr>
              <a:t>기본 이동·전투</a:t>
            </a:r>
          </a:p>
          <a:p xmlns:a="http://schemas.openxmlformats.org/drawingml/2006/main">
            <a:pPr algn="l">
              <a:defRPr sz="2025" b="0">
                <a:solidFill>
                  <a:srgbClr val="F8F2FA"/>
                </a:solidFill>
                <a:latin typeface="Malgun Gothic"/>
                <a:ea typeface="Malgun Gothic"/>
                <a:cs typeface="Malgun Gothic"/>
              </a:defRPr>
            </a:pPr>
            <a:r>
              <a:rPr sz="2025" b="0">
                <a:solidFill>
                  <a:srgbClr val="F8F2FA"/>
                </a:solidFill>
                <a:latin typeface="Malgun Gothic"/>
                <a:ea typeface="Malgun Gothic"/>
                <a:cs typeface="Malgun Gothic"/>
              </a:rPr>
              <a:t>4초 규칙과 점수·콤보</a:t>
            </a:r>
          </a:p>
          <a:p xmlns:a="http://schemas.openxmlformats.org/drawingml/2006/main">
            <a:pPr algn="l">
              <a:defRPr sz="2025" b="0">
                <a:solidFill>
                  <a:srgbClr val="F8F2FA"/>
                </a:solidFill>
                <a:latin typeface="Malgun Gothic"/>
                <a:ea typeface="Malgun Gothic"/>
                <a:cs typeface="Malgun Gothic"/>
              </a:defRPr>
            </a:pPr>
            <a:r>
              <a:rPr sz="2025" b="0">
                <a:solidFill>
                  <a:srgbClr val="F8F2FA"/>
                </a:solidFill>
                <a:latin typeface="Malgun Gothic"/>
                <a:ea typeface="Malgun Gothic"/>
                <a:cs typeface="Malgun Gothic"/>
              </a:rPr>
              <a:t>결과·기록·재시도</a:t>
            </a:r>
          </a:p>
          <a:p xmlns:a="http://schemas.openxmlformats.org/drawingml/2006/main">
            <a:pPr algn="l">
              <a:defRPr sz="2025" b="0">
                <a:solidFill>
                  <a:srgbClr val="F8F2FA"/>
                </a:solidFill>
                <a:latin typeface="Malgun Gothic"/>
                <a:ea typeface="Malgun Gothic"/>
                <a:cs typeface="Malgun Gothic"/>
              </a:defRPr>
            </a:pPr>
            <a:r>
              <a:rPr sz="2025" b="0">
                <a:solidFill>
                  <a:srgbClr val="F8F2FA"/>
                </a:solidFill>
                <a:latin typeface="Malgun Gothic"/>
                <a:ea typeface="Malgun Gothic"/>
                <a:cs typeface="Malgun Gothic"/>
              </a:rPr>
              <a:t>추가 코스·성장 기능</a:t>
            </a:r>
          </a:p>
        </p:txBody>
      </p:sp>
      <p:sp>
        <p:nvSpPr>
          <p:cNvPr id="12" name="Android 설치·실행·조작&#10;개발자 확인">
            <a:extLst xmlns:a="http://schemas.openxmlformats.org/drawingml/2006/main">
              <a:ext uri="{FF2B5EF4-FFF2-40B4-BE49-F238E27FC236}">
                <a16:creationId xmlns:a16="http://schemas.microsoft.com/office/drawing/2014/main" id="{764A2713-69D4-4907-B379-5FEDDB64753A}"/>
              </a:ext>
            </a:extLst>
          </p:cNvPr>
          <p:cNvSpPr>
            <a:spLocks xmlns:a="http://schemas.openxmlformats.org/drawingml/2006/main" noGrp="1"/>
          </p:cNvSpPr>
          <p:nvPr/>
        </p:nvSpPr>
        <p:spPr>
          <a:xfrm xmlns:a="http://schemas.openxmlformats.org/drawingml/2006/main">
            <a:off x="8096250" y="4438650"/>
            <a:ext cx="33813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F8F2FA"/>
                </a:solidFill>
                <a:latin typeface="Malgun Gothic"/>
                <a:ea typeface="Malgun Gothic"/>
                <a:cs typeface="Malgun Gothic"/>
              </a:defRPr>
            </a:defPPr>
            <a:lvl1pPr algn="l">
              <a:defRPr sz="1950" b="1">
                <a:solidFill>
                  <a:srgbClr val="F8F2FA"/>
                </a:solidFill>
                <a:latin typeface="Malgun Gothic"/>
                <a:ea typeface="Malgun Gothic"/>
                <a:cs typeface="Malgun Gothic"/>
              </a:defRPr>
            </a:lvl1pPr>
            <a:lvl2pPr algn="l">
              <a:defRPr sz="1950" b="1">
                <a:solidFill>
                  <a:srgbClr val="F8F2FA"/>
                </a:solidFill>
                <a:latin typeface="Malgun Gothic"/>
                <a:ea typeface="Malgun Gothic"/>
                <a:cs typeface="Malgun Gothic"/>
              </a:defRPr>
            </a:lvl2pPr>
            <a:lvl3pPr algn="l">
              <a:defRPr sz="1950" b="1">
                <a:solidFill>
                  <a:srgbClr val="F8F2FA"/>
                </a:solidFill>
                <a:latin typeface="Malgun Gothic"/>
                <a:ea typeface="Malgun Gothic"/>
                <a:cs typeface="Malgun Gothic"/>
              </a:defRPr>
            </a:lvl3pPr>
            <a:lvl4pPr algn="l">
              <a:defRPr sz="1950" b="1">
                <a:solidFill>
                  <a:srgbClr val="F8F2FA"/>
                </a:solidFill>
                <a:latin typeface="Malgun Gothic"/>
                <a:ea typeface="Malgun Gothic"/>
                <a:cs typeface="Malgun Gothic"/>
              </a:defRPr>
            </a:lvl4pPr>
            <a:lvl5pPr algn="l">
              <a:defRPr sz="1950" b="1">
                <a:solidFill>
                  <a:srgbClr val="F8F2FA"/>
                </a:solidFill>
                <a:latin typeface="Malgun Gothic"/>
                <a:ea typeface="Malgun Gothic"/>
                <a:cs typeface="Malgun Gothic"/>
              </a:defRPr>
            </a:lvl5pPr>
            <a:lvl6pPr algn="l">
              <a:defRPr sz="1950" b="1">
                <a:solidFill>
                  <a:srgbClr val="F8F2FA"/>
                </a:solidFill>
                <a:latin typeface="Malgun Gothic"/>
                <a:ea typeface="Malgun Gothic"/>
                <a:cs typeface="Malgun Gothic"/>
              </a:defRPr>
            </a:lvl6pPr>
            <a:lvl7pPr algn="l">
              <a:defRPr sz="1950" b="1">
                <a:solidFill>
                  <a:srgbClr val="F8F2FA"/>
                </a:solidFill>
                <a:latin typeface="Malgun Gothic"/>
                <a:ea typeface="Malgun Gothic"/>
                <a:cs typeface="Malgun Gothic"/>
              </a:defRPr>
            </a:lvl7pPr>
            <a:lvl8pPr algn="l">
              <a:defRPr sz="1950" b="1">
                <a:solidFill>
                  <a:srgbClr val="F8F2FA"/>
                </a:solidFill>
                <a:latin typeface="Malgun Gothic"/>
                <a:ea typeface="Malgun Gothic"/>
                <a:cs typeface="Malgun Gothic"/>
              </a:defRPr>
            </a:lvl8pPr>
            <a:lvl9pPr algn="l">
              <a:defRPr sz="1950" b="1">
                <a:solidFill>
                  <a:srgbClr val="F8F2FA"/>
                </a:solidFill>
                <a:latin typeface="Malgun Gothic"/>
                <a:ea typeface="Malgun Gothic"/>
                <a:cs typeface="Malgun Gothic"/>
              </a:defRPr>
            </a:lvl9pPr>
          </a:lstStyle>
          <a:p xmlns:a="http://schemas.openxmlformats.org/drawingml/2006/main">
            <a:pPr algn="l">
              <a:defRPr sz="1950" b="1">
                <a:solidFill>
                  <a:srgbClr val="F8F2FA"/>
                </a:solidFill>
                <a:latin typeface="Malgun Gothic"/>
                <a:ea typeface="Malgun Gothic"/>
                <a:cs typeface="Malgun Gothic"/>
              </a:defRPr>
            </a:pPr>
            <a:r>
              <a:rPr sz="1950" b="1">
                <a:solidFill>
                  <a:srgbClr val="F8F2FA"/>
                </a:solidFill>
                <a:latin typeface="Malgun Gothic"/>
                <a:ea typeface="Malgun Gothic"/>
                <a:cs typeface="Malgun Gothic"/>
              </a:rPr>
              <a:t>Android 설치·실행·조작</a:t>
            </a:r>
          </a:p>
          <a:p xmlns:a="http://schemas.openxmlformats.org/drawingml/2006/main">
            <a:pPr algn="l">
              <a:defRPr sz="1950" b="1">
                <a:solidFill>
                  <a:srgbClr val="F8F2FA"/>
                </a:solidFill>
                <a:latin typeface="Malgun Gothic"/>
                <a:ea typeface="Malgun Gothic"/>
                <a:cs typeface="Malgun Gothic"/>
              </a:defRPr>
            </a:pPr>
            <a:r>
              <a:rPr sz="1950" b="1">
                <a:solidFill>
                  <a:srgbClr val="F8F2FA"/>
                </a:solidFill>
                <a:latin typeface="Malgun Gothic"/>
                <a:ea typeface="Malgun Gothic"/>
                <a:cs typeface="Malgun Gothic"/>
              </a:rPr>
              <a:t>개발자 확인</a:t>
            </a:r>
          </a:p>
        </p:txBody>
      </p:sp>
      <p:sp>
        <p:nvSpPr>
          <p:cNvPr id="13" name="장시간 구동·성능은 후속 검증">
            <a:extLst xmlns:a="http://schemas.openxmlformats.org/drawingml/2006/main">
              <a:ext uri="{FF2B5EF4-FFF2-40B4-BE49-F238E27FC236}">
                <a16:creationId xmlns:a16="http://schemas.microsoft.com/office/drawing/2014/main" id="{01101F74-4F8A-48CC-9BA5-D9912D277CEC}"/>
              </a:ext>
            </a:extLst>
          </p:cNvPr>
          <p:cNvSpPr>
            <a:spLocks xmlns:a="http://schemas.openxmlformats.org/drawingml/2006/main" noGrp="1"/>
          </p:cNvSpPr>
          <p:nvPr/>
        </p:nvSpPr>
        <p:spPr>
          <a:xfrm xmlns:a="http://schemas.openxmlformats.org/drawingml/2006/main">
            <a:off x="8096250" y="5429250"/>
            <a:ext cx="33813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BBAEC6"/>
                </a:solidFill>
                <a:latin typeface="Malgun Gothic"/>
                <a:ea typeface="Malgun Gothic"/>
                <a:cs typeface="Malgun Gothic"/>
              </a:defRPr>
            </a:defPPr>
            <a:lvl1pPr algn="l">
              <a:defRPr sz="1575" b="0">
                <a:solidFill>
                  <a:srgbClr val="BBAEC6"/>
                </a:solidFill>
                <a:latin typeface="Malgun Gothic"/>
                <a:ea typeface="Malgun Gothic"/>
                <a:cs typeface="Malgun Gothic"/>
              </a:defRPr>
            </a:lvl1pPr>
            <a:lvl2pPr algn="l">
              <a:defRPr sz="1575" b="0">
                <a:solidFill>
                  <a:srgbClr val="BBAEC6"/>
                </a:solidFill>
                <a:latin typeface="Malgun Gothic"/>
                <a:ea typeface="Malgun Gothic"/>
                <a:cs typeface="Malgun Gothic"/>
              </a:defRPr>
            </a:lvl2pPr>
            <a:lvl3pPr algn="l">
              <a:defRPr sz="1575" b="0">
                <a:solidFill>
                  <a:srgbClr val="BBAEC6"/>
                </a:solidFill>
                <a:latin typeface="Malgun Gothic"/>
                <a:ea typeface="Malgun Gothic"/>
                <a:cs typeface="Malgun Gothic"/>
              </a:defRPr>
            </a:lvl3pPr>
            <a:lvl4pPr algn="l">
              <a:defRPr sz="1575" b="0">
                <a:solidFill>
                  <a:srgbClr val="BBAEC6"/>
                </a:solidFill>
                <a:latin typeface="Malgun Gothic"/>
                <a:ea typeface="Malgun Gothic"/>
                <a:cs typeface="Malgun Gothic"/>
              </a:defRPr>
            </a:lvl4pPr>
            <a:lvl5pPr algn="l">
              <a:defRPr sz="1575" b="0">
                <a:solidFill>
                  <a:srgbClr val="BBAEC6"/>
                </a:solidFill>
                <a:latin typeface="Malgun Gothic"/>
                <a:ea typeface="Malgun Gothic"/>
                <a:cs typeface="Malgun Gothic"/>
              </a:defRPr>
            </a:lvl5pPr>
            <a:lvl6pPr algn="l">
              <a:defRPr sz="1575" b="0">
                <a:solidFill>
                  <a:srgbClr val="BBAEC6"/>
                </a:solidFill>
                <a:latin typeface="Malgun Gothic"/>
                <a:ea typeface="Malgun Gothic"/>
                <a:cs typeface="Malgun Gothic"/>
              </a:defRPr>
            </a:lvl6pPr>
            <a:lvl7pPr algn="l">
              <a:defRPr sz="1575" b="0">
                <a:solidFill>
                  <a:srgbClr val="BBAEC6"/>
                </a:solidFill>
                <a:latin typeface="Malgun Gothic"/>
                <a:ea typeface="Malgun Gothic"/>
                <a:cs typeface="Malgun Gothic"/>
              </a:defRPr>
            </a:lvl7pPr>
            <a:lvl8pPr algn="l">
              <a:defRPr sz="1575" b="0">
                <a:solidFill>
                  <a:srgbClr val="BBAEC6"/>
                </a:solidFill>
                <a:latin typeface="Malgun Gothic"/>
                <a:ea typeface="Malgun Gothic"/>
                <a:cs typeface="Malgun Gothic"/>
              </a:defRPr>
            </a:lvl8pPr>
            <a:lvl9pPr algn="l">
              <a:defRPr sz="1575" b="0">
                <a:solidFill>
                  <a:srgbClr val="BBAEC6"/>
                </a:solidFill>
                <a:latin typeface="Malgun Gothic"/>
                <a:ea typeface="Malgun Gothic"/>
                <a:cs typeface="Malgun Gothic"/>
              </a:defRPr>
            </a:lvl9pPr>
          </a:lstStyle>
          <a:p xmlns:a="http://schemas.openxmlformats.org/drawingml/2006/main">
            <a:pPr algn="l">
              <a:defRPr sz="1575" b="0">
                <a:solidFill>
                  <a:srgbClr val="BBAEC6"/>
                </a:solidFill>
                <a:latin typeface="Malgun Gothic"/>
                <a:ea typeface="Malgun Gothic"/>
                <a:cs typeface="Malgun Gothic"/>
              </a:defRPr>
            </a:pPr>
            <a:r>
              <a:rPr sz="1575" b="0">
                <a:solidFill>
                  <a:srgbClr val="BBAEC6"/>
                </a:solidFill>
                <a:latin typeface="Malgun Gothic"/>
                <a:ea typeface="Malgun Gothic"/>
                <a:cs typeface="Malgun Gothic"/>
              </a:rPr>
              <a:t>장시간 구동·성능은 후속 검증</a:t>
            </a:r>
          </a:p>
        </p:txBody>
      </p:sp>
      <p:sp>
        <p:nvSpPr>
          <p:cNvPr id="14" name="이미지는 저장소의 2026-10-11~16 Unit">
            <a:extLst xmlns:a="http://schemas.openxmlformats.org/drawingml/2006/main">
              <a:ext uri="{FF2B5EF4-FFF2-40B4-BE49-F238E27FC236}">
                <a16:creationId xmlns:a16="http://schemas.microsoft.com/office/drawing/2014/main" id="{F956981F-618F-4D83-8A92-69AEA4C96B99}"/>
              </a:ext>
            </a:extLst>
          </p:cNvPr>
          <p:cNvSpPr>
            <a:spLocks xmlns:a="http://schemas.openxmlformats.org/drawingml/2006/main" noGrp="1"/>
          </p:cNvSpPr>
          <p:nvPr/>
        </p:nvSpPr>
        <p:spPr>
          <a:xfrm xmlns:a="http://schemas.openxmlformats.org/drawingml/2006/main">
            <a:off x="609600" y="607695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BBAEC6"/>
                </a:solidFill>
                <a:latin typeface="Malgun Gothic"/>
                <a:ea typeface="Malgun Gothic"/>
                <a:cs typeface="Malgun Gothic"/>
              </a:defRPr>
            </a:defPPr>
            <a:lvl1pPr algn="l">
              <a:defRPr sz="1500" b="0">
                <a:solidFill>
                  <a:srgbClr val="BBAEC6"/>
                </a:solidFill>
                <a:latin typeface="Malgun Gothic"/>
                <a:ea typeface="Malgun Gothic"/>
                <a:cs typeface="Malgun Gothic"/>
              </a:defRPr>
            </a:lvl1pPr>
            <a:lvl2pPr algn="l">
              <a:defRPr sz="1500" b="0">
                <a:solidFill>
                  <a:srgbClr val="BBAEC6"/>
                </a:solidFill>
                <a:latin typeface="Malgun Gothic"/>
                <a:ea typeface="Malgun Gothic"/>
                <a:cs typeface="Malgun Gothic"/>
              </a:defRPr>
            </a:lvl2pPr>
            <a:lvl3pPr algn="l">
              <a:defRPr sz="1500" b="0">
                <a:solidFill>
                  <a:srgbClr val="BBAEC6"/>
                </a:solidFill>
                <a:latin typeface="Malgun Gothic"/>
                <a:ea typeface="Malgun Gothic"/>
                <a:cs typeface="Malgun Gothic"/>
              </a:defRPr>
            </a:lvl3pPr>
            <a:lvl4pPr algn="l">
              <a:defRPr sz="1500" b="0">
                <a:solidFill>
                  <a:srgbClr val="BBAEC6"/>
                </a:solidFill>
                <a:latin typeface="Malgun Gothic"/>
                <a:ea typeface="Malgun Gothic"/>
                <a:cs typeface="Malgun Gothic"/>
              </a:defRPr>
            </a:lvl4pPr>
            <a:lvl5pPr algn="l">
              <a:defRPr sz="1500" b="0">
                <a:solidFill>
                  <a:srgbClr val="BBAEC6"/>
                </a:solidFill>
                <a:latin typeface="Malgun Gothic"/>
                <a:ea typeface="Malgun Gothic"/>
                <a:cs typeface="Malgun Gothic"/>
              </a:defRPr>
            </a:lvl5pPr>
            <a:lvl6pPr algn="l">
              <a:defRPr sz="1500" b="0">
                <a:solidFill>
                  <a:srgbClr val="BBAEC6"/>
                </a:solidFill>
                <a:latin typeface="Malgun Gothic"/>
                <a:ea typeface="Malgun Gothic"/>
                <a:cs typeface="Malgun Gothic"/>
              </a:defRPr>
            </a:lvl6pPr>
            <a:lvl7pPr algn="l">
              <a:defRPr sz="1500" b="0">
                <a:solidFill>
                  <a:srgbClr val="BBAEC6"/>
                </a:solidFill>
                <a:latin typeface="Malgun Gothic"/>
                <a:ea typeface="Malgun Gothic"/>
                <a:cs typeface="Malgun Gothic"/>
              </a:defRPr>
            </a:lvl7pPr>
            <a:lvl8pPr algn="l">
              <a:defRPr sz="1500" b="0">
                <a:solidFill>
                  <a:srgbClr val="BBAEC6"/>
                </a:solidFill>
                <a:latin typeface="Malgun Gothic"/>
                <a:ea typeface="Malgun Gothic"/>
                <a:cs typeface="Malgun Gothic"/>
              </a:defRPr>
            </a:lvl8pPr>
            <a:lvl9pPr algn="l">
              <a:defRPr sz="1500" b="0">
                <a:solidFill>
                  <a:srgbClr val="BBAEC6"/>
                </a:solidFill>
                <a:latin typeface="Malgun Gothic"/>
                <a:ea typeface="Malgun Gothic"/>
                <a:cs typeface="Malgun Gothic"/>
              </a:defRPr>
            </a:lvl9pPr>
          </a:lstStyle>
          <a:p xmlns:a="http://schemas.openxmlformats.org/drawingml/2006/main">
            <a:pPr algn="l">
              <a:defRPr sz="1500" b="0">
                <a:solidFill>
                  <a:srgbClr val="BBAEC6"/>
                </a:solidFill>
                <a:latin typeface="Malgun Gothic"/>
                <a:ea typeface="Malgun Gothic"/>
                <a:cs typeface="Malgun Gothic"/>
              </a:defRPr>
            </a:pPr>
            <a:r>
              <a:rPr sz="1500" b="0">
                <a:solidFill>
                  <a:srgbClr val="BBAEC6"/>
                </a:solidFill>
                <a:latin typeface="Malgun Gothic"/>
                <a:ea typeface="Malgun Gothic"/>
                <a:cs typeface="Malgun Gothic"/>
              </a:rPr>
              <a:t>이미지는 저장소의 2026-10-11~16 Unity 실행 캡처다. 새 실기기 촬영본과 구분한다.</a:t>
            </a:r>
          </a:p>
        </p:txBody>
      </p:sp>
    </p:spTree>
    <p:extLst>
      <p:ext uri="{BB962C8B-B14F-4D97-AF65-F5344CB8AC3E}">
        <p14:creationId xmlns:p14="http://schemas.microsoft.com/office/powerpoint/2010/main" val="854828617"/>
      </p:ext>
    </p:extLst>
  </p:cSld>
</p:sld>
</file>

<file path=ppt/slides/slide5.xml><?xml version="1.0" encoding="utf-8"?>
<p:sld xmlns:p="http://schemas.openxmlformats.org/presentationml/2006/main">
  <p:cSld>
    <p:bg>
      <p:bgPr>
        <a:solidFill xmlns:a="http://schemas.openxmlformats.org/drawingml/2006/main">
          <a:srgbClr val="100E16"/>
        </a:solidFill>
      </p:bgPr>
    </p:bg>
    <p:spTree>
      <p:nvGrpSpPr>
        <p:cNvPr id="1" name=""/>
        <p:cNvGrpSpPr/>
        <p:nvPr/>
      </p:nvGrpSpPr>
      <p:grpSpPr>
        <a:xfrm xmlns:a="http://schemas.openxmlformats.org/drawingml/2006/main"/>
      </p:grpSpPr>
      <p:sp>
        <p:nvSpPr>
          <p:cNvPr id="2" name="기말 범위 선언">
            <a:extLst xmlns:a="http://schemas.openxmlformats.org/drawingml/2006/main">
              <a:ext uri="{FF2B5EF4-FFF2-40B4-BE49-F238E27FC236}">
                <a16:creationId xmlns:a16="http://schemas.microsoft.com/office/drawing/2014/main" id="{E9857A75-3046-4C38-95CE-0497ACF04024}"/>
              </a:ext>
            </a:extLst>
          </p:cNvPr>
          <p:cNvSpPr>
            <a:spLocks xmlns:a="http://schemas.openxmlformats.org/drawingml/2006/main" noGrp="1"/>
          </p:cNvSpPr>
          <p:nvPr/>
        </p:nvSpPr>
        <p:spPr>
          <a:xfrm xmlns:a="http://schemas.openxmlformats.org/drawingml/2006/main">
            <a:off x="609600" y="428625"/>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F8F2FA"/>
                </a:solidFill>
                <a:latin typeface="Malgun Gothic"/>
                <a:ea typeface="Malgun Gothic"/>
                <a:cs typeface="Malgun Gothic"/>
              </a:defRPr>
            </a:defPPr>
            <a:lvl1pPr algn="l">
              <a:defRPr sz="3225" b="1">
                <a:solidFill>
                  <a:srgbClr val="F8F2FA"/>
                </a:solidFill>
                <a:latin typeface="Malgun Gothic"/>
                <a:ea typeface="Malgun Gothic"/>
                <a:cs typeface="Malgun Gothic"/>
              </a:defRPr>
            </a:lvl1pPr>
            <a:lvl2pPr algn="l">
              <a:defRPr sz="3225" b="1">
                <a:solidFill>
                  <a:srgbClr val="F8F2FA"/>
                </a:solidFill>
                <a:latin typeface="Malgun Gothic"/>
                <a:ea typeface="Malgun Gothic"/>
                <a:cs typeface="Malgun Gothic"/>
              </a:defRPr>
            </a:lvl2pPr>
            <a:lvl3pPr algn="l">
              <a:defRPr sz="3225" b="1">
                <a:solidFill>
                  <a:srgbClr val="F8F2FA"/>
                </a:solidFill>
                <a:latin typeface="Malgun Gothic"/>
                <a:ea typeface="Malgun Gothic"/>
                <a:cs typeface="Malgun Gothic"/>
              </a:defRPr>
            </a:lvl3pPr>
            <a:lvl4pPr algn="l">
              <a:defRPr sz="3225" b="1">
                <a:solidFill>
                  <a:srgbClr val="F8F2FA"/>
                </a:solidFill>
                <a:latin typeface="Malgun Gothic"/>
                <a:ea typeface="Malgun Gothic"/>
                <a:cs typeface="Malgun Gothic"/>
              </a:defRPr>
            </a:lvl4pPr>
            <a:lvl5pPr algn="l">
              <a:defRPr sz="3225" b="1">
                <a:solidFill>
                  <a:srgbClr val="F8F2FA"/>
                </a:solidFill>
                <a:latin typeface="Malgun Gothic"/>
                <a:ea typeface="Malgun Gothic"/>
                <a:cs typeface="Malgun Gothic"/>
              </a:defRPr>
            </a:lvl5pPr>
            <a:lvl6pPr algn="l">
              <a:defRPr sz="3225" b="1">
                <a:solidFill>
                  <a:srgbClr val="F8F2FA"/>
                </a:solidFill>
                <a:latin typeface="Malgun Gothic"/>
                <a:ea typeface="Malgun Gothic"/>
                <a:cs typeface="Malgun Gothic"/>
              </a:defRPr>
            </a:lvl6pPr>
            <a:lvl7pPr algn="l">
              <a:defRPr sz="3225" b="1">
                <a:solidFill>
                  <a:srgbClr val="F8F2FA"/>
                </a:solidFill>
                <a:latin typeface="Malgun Gothic"/>
                <a:ea typeface="Malgun Gothic"/>
                <a:cs typeface="Malgun Gothic"/>
              </a:defRPr>
            </a:lvl7pPr>
            <a:lvl8pPr algn="l">
              <a:defRPr sz="3225" b="1">
                <a:solidFill>
                  <a:srgbClr val="F8F2FA"/>
                </a:solidFill>
                <a:latin typeface="Malgun Gothic"/>
                <a:ea typeface="Malgun Gothic"/>
                <a:cs typeface="Malgun Gothic"/>
              </a:defRPr>
            </a:lvl8pPr>
            <a:lvl9pPr algn="l">
              <a:defRPr sz="3225" b="1">
                <a:solidFill>
                  <a:srgbClr val="F8F2FA"/>
                </a:solidFill>
                <a:latin typeface="Malgun Gothic"/>
                <a:ea typeface="Malgun Gothic"/>
                <a:cs typeface="Malgun Gothic"/>
              </a:defRPr>
            </a:lvl9pPr>
          </a:lstStyle>
          <a:p xmlns:a="http://schemas.openxmlformats.org/drawingml/2006/main">
            <a:pPr algn="l">
              <a:defRPr sz="3225" b="1">
                <a:solidFill>
                  <a:srgbClr val="F8F2FA"/>
                </a:solidFill>
                <a:latin typeface="Malgun Gothic"/>
                <a:ea typeface="Malgun Gothic"/>
                <a:cs typeface="Malgun Gothic"/>
              </a:defRPr>
            </a:pPr>
            <a:r>
              <a:rPr sz="3225" b="1">
                <a:solidFill>
                  <a:srgbClr val="F8F2FA"/>
                </a:solidFill>
                <a:latin typeface="Malgun Gothic"/>
                <a:ea typeface="Malgun Gothic"/>
                <a:cs typeface="Malgun Gothic"/>
              </a:rPr>
              <a:t>기말 범위 선언</a:t>
            </a:r>
          </a:p>
        </p:txBody>
      </p:sp>
      <p:sp>
        <p:nvSpPr>
          <p:cNvPr id="3" name="04">
            <a:extLst xmlns:a="http://schemas.openxmlformats.org/drawingml/2006/main">
              <a:ext uri="{FF2B5EF4-FFF2-40B4-BE49-F238E27FC236}">
                <a16:creationId xmlns:a16="http://schemas.microsoft.com/office/drawing/2014/main" id="{2ADD1854-84BF-476E-88DD-C3FE5B11110E}"/>
              </a:ext>
            </a:extLst>
          </p:cNvPr>
          <p:cNvSpPr>
            <a:spLocks xmlns:a="http://schemas.openxmlformats.org/drawingml/2006/main" noGrp="1"/>
          </p:cNvSpPr>
          <p:nvPr/>
        </p:nvSpPr>
        <p:spPr>
          <a:xfrm xmlns:a="http://schemas.openxmlformats.org/drawingml/2006/main">
            <a:off x="10982325" y="6324600"/>
            <a:ext cx="590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BBAEC6"/>
                </a:solidFill>
                <a:latin typeface="Malgun Gothic"/>
                <a:ea typeface="Malgun Gothic"/>
                <a:cs typeface="Malgun Gothic"/>
              </a:defRPr>
            </a:defPPr>
            <a:lvl1pPr algn="r">
              <a:defRPr sz="1350" b="0">
                <a:solidFill>
                  <a:srgbClr val="BBAEC6"/>
                </a:solidFill>
                <a:latin typeface="Malgun Gothic"/>
                <a:ea typeface="Malgun Gothic"/>
                <a:cs typeface="Malgun Gothic"/>
              </a:defRPr>
            </a:lvl1pPr>
            <a:lvl2pPr algn="r">
              <a:defRPr sz="1350" b="0">
                <a:solidFill>
                  <a:srgbClr val="BBAEC6"/>
                </a:solidFill>
                <a:latin typeface="Malgun Gothic"/>
                <a:ea typeface="Malgun Gothic"/>
                <a:cs typeface="Malgun Gothic"/>
              </a:defRPr>
            </a:lvl2pPr>
            <a:lvl3pPr algn="r">
              <a:defRPr sz="1350" b="0">
                <a:solidFill>
                  <a:srgbClr val="BBAEC6"/>
                </a:solidFill>
                <a:latin typeface="Malgun Gothic"/>
                <a:ea typeface="Malgun Gothic"/>
                <a:cs typeface="Malgun Gothic"/>
              </a:defRPr>
            </a:lvl3pPr>
            <a:lvl4pPr algn="r">
              <a:defRPr sz="1350" b="0">
                <a:solidFill>
                  <a:srgbClr val="BBAEC6"/>
                </a:solidFill>
                <a:latin typeface="Malgun Gothic"/>
                <a:ea typeface="Malgun Gothic"/>
                <a:cs typeface="Malgun Gothic"/>
              </a:defRPr>
            </a:lvl4pPr>
            <a:lvl5pPr algn="r">
              <a:defRPr sz="1350" b="0">
                <a:solidFill>
                  <a:srgbClr val="BBAEC6"/>
                </a:solidFill>
                <a:latin typeface="Malgun Gothic"/>
                <a:ea typeface="Malgun Gothic"/>
                <a:cs typeface="Malgun Gothic"/>
              </a:defRPr>
            </a:lvl5pPr>
            <a:lvl6pPr algn="r">
              <a:defRPr sz="1350" b="0">
                <a:solidFill>
                  <a:srgbClr val="BBAEC6"/>
                </a:solidFill>
                <a:latin typeface="Malgun Gothic"/>
                <a:ea typeface="Malgun Gothic"/>
                <a:cs typeface="Malgun Gothic"/>
              </a:defRPr>
            </a:lvl6pPr>
            <a:lvl7pPr algn="r">
              <a:defRPr sz="1350" b="0">
                <a:solidFill>
                  <a:srgbClr val="BBAEC6"/>
                </a:solidFill>
                <a:latin typeface="Malgun Gothic"/>
                <a:ea typeface="Malgun Gothic"/>
                <a:cs typeface="Malgun Gothic"/>
              </a:defRPr>
            </a:lvl7pPr>
            <a:lvl8pPr algn="r">
              <a:defRPr sz="1350" b="0">
                <a:solidFill>
                  <a:srgbClr val="BBAEC6"/>
                </a:solidFill>
                <a:latin typeface="Malgun Gothic"/>
                <a:ea typeface="Malgun Gothic"/>
                <a:cs typeface="Malgun Gothic"/>
              </a:defRPr>
            </a:lvl8pPr>
            <a:lvl9pPr algn="r">
              <a:defRPr sz="1350" b="0">
                <a:solidFill>
                  <a:srgbClr val="BBAEC6"/>
                </a:solidFill>
                <a:latin typeface="Malgun Gothic"/>
                <a:ea typeface="Malgun Gothic"/>
                <a:cs typeface="Malgun Gothic"/>
              </a:defRPr>
            </a:lvl9pPr>
          </a:lstStyle>
          <a:p xmlns:a="http://schemas.openxmlformats.org/drawingml/2006/main">
            <a:pPr algn="r">
              <a:defRPr sz="1350" b="0">
                <a:solidFill>
                  <a:srgbClr val="BBAEC6"/>
                </a:solidFill>
                <a:latin typeface="Malgun Gothic"/>
                <a:ea typeface="Malgun Gothic"/>
                <a:cs typeface="Malgun Gothic"/>
              </a:defRPr>
            </a:pPr>
            <a:r>
              <a:rPr sz="1350" b="0">
                <a:solidFill>
                  <a:srgbClr val="BBAEC6"/>
                </a:solidFill>
                <a:latin typeface="Malgun Gothic"/>
                <a:ea typeface="Malgun Gothic"/>
                <a:cs typeface="Malgun Gothic"/>
              </a:rPr>
              <a:t>04</a:t>
            </a:r>
          </a:p>
        </p:txBody>
      </p:sp>
      <p:sp>
        <p:nvSpPr>
          <p:cNvPr id="4" name="반드시 완성할 MVP">
            <a:extLst xmlns:a="http://schemas.openxmlformats.org/drawingml/2006/main">
              <a:ext uri="{FF2B5EF4-FFF2-40B4-BE49-F238E27FC236}">
                <a16:creationId xmlns:a16="http://schemas.microsoft.com/office/drawing/2014/main" id="{843A145D-7845-426C-9B7F-2D470B696877}"/>
              </a:ext>
            </a:extLst>
          </p:cNvPr>
          <p:cNvSpPr>
            <a:spLocks xmlns:a="http://schemas.openxmlformats.org/drawingml/2006/main" noGrp="1"/>
          </p:cNvSpPr>
          <p:nvPr/>
        </p:nvSpPr>
        <p:spPr>
          <a:xfrm xmlns:a="http://schemas.openxmlformats.org/drawingml/2006/main">
            <a:off x="609600" y="1428750"/>
            <a:ext cx="3381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FF4B9B"/>
                </a:solidFill>
                <a:latin typeface="Malgun Gothic"/>
                <a:ea typeface="Malgun Gothic"/>
                <a:cs typeface="Malgun Gothic"/>
              </a:defRPr>
            </a:defPPr>
            <a:lvl1pPr algn="l">
              <a:defRPr sz="2175" b="1">
                <a:solidFill>
                  <a:srgbClr val="FF4B9B"/>
                </a:solidFill>
                <a:latin typeface="Malgun Gothic"/>
                <a:ea typeface="Malgun Gothic"/>
                <a:cs typeface="Malgun Gothic"/>
              </a:defRPr>
            </a:lvl1pPr>
            <a:lvl2pPr algn="l">
              <a:defRPr sz="2175" b="1">
                <a:solidFill>
                  <a:srgbClr val="FF4B9B"/>
                </a:solidFill>
                <a:latin typeface="Malgun Gothic"/>
                <a:ea typeface="Malgun Gothic"/>
                <a:cs typeface="Malgun Gothic"/>
              </a:defRPr>
            </a:lvl2pPr>
            <a:lvl3pPr algn="l">
              <a:defRPr sz="2175" b="1">
                <a:solidFill>
                  <a:srgbClr val="FF4B9B"/>
                </a:solidFill>
                <a:latin typeface="Malgun Gothic"/>
                <a:ea typeface="Malgun Gothic"/>
                <a:cs typeface="Malgun Gothic"/>
              </a:defRPr>
            </a:lvl3pPr>
            <a:lvl4pPr algn="l">
              <a:defRPr sz="2175" b="1">
                <a:solidFill>
                  <a:srgbClr val="FF4B9B"/>
                </a:solidFill>
                <a:latin typeface="Malgun Gothic"/>
                <a:ea typeface="Malgun Gothic"/>
                <a:cs typeface="Malgun Gothic"/>
              </a:defRPr>
            </a:lvl4pPr>
            <a:lvl5pPr algn="l">
              <a:defRPr sz="2175" b="1">
                <a:solidFill>
                  <a:srgbClr val="FF4B9B"/>
                </a:solidFill>
                <a:latin typeface="Malgun Gothic"/>
                <a:ea typeface="Malgun Gothic"/>
                <a:cs typeface="Malgun Gothic"/>
              </a:defRPr>
            </a:lvl5pPr>
            <a:lvl6pPr algn="l">
              <a:defRPr sz="2175" b="1">
                <a:solidFill>
                  <a:srgbClr val="FF4B9B"/>
                </a:solidFill>
                <a:latin typeface="Malgun Gothic"/>
                <a:ea typeface="Malgun Gothic"/>
                <a:cs typeface="Malgun Gothic"/>
              </a:defRPr>
            </a:lvl6pPr>
            <a:lvl7pPr algn="l">
              <a:defRPr sz="2175" b="1">
                <a:solidFill>
                  <a:srgbClr val="FF4B9B"/>
                </a:solidFill>
                <a:latin typeface="Malgun Gothic"/>
                <a:ea typeface="Malgun Gothic"/>
                <a:cs typeface="Malgun Gothic"/>
              </a:defRPr>
            </a:lvl7pPr>
            <a:lvl8pPr algn="l">
              <a:defRPr sz="2175" b="1">
                <a:solidFill>
                  <a:srgbClr val="FF4B9B"/>
                </a:solidFill>
                <a:latin typeface="Malgun Gothic"/>
                <a:ea typeface="Malgun Gothic"/>
                <a:cs typeface="Malgun Gothic"/>
              </a:defRPr>
            </a:lvl8pPr>
            <a:lvl9pPr algn="l">
              <a:defRPr sz="2175" b="1">
                <a:solidFill>
                  <a:srgbClr val="FF4B9B"/>
                </a:solidFill>
                <a:latin typeface="Malgun Gothic"/>
                <a:ea typeface="Malgun Gothic"/>
                <a:cs typeface="Malgun Gothic"/>
              </a:defRPr>
            </a:lvl9pPr>
          </a:lstStyle>
          <a:p xmlns:a="http://schemas.openxmlformats.org/drawingml/2006/main">
            <a:pPr algn="l">
              <a:defRPr sz="2175" b="1">
                <a:solidFill>
                  <a:srgbClr val="FF4B9B"/>
                </a:solidFill>
                <a:latin typeface="Malgun Gothic"/>
                <a:ea typeface="Malgun Gothic"/>
                <a:cs typeface="Malgun Gothic"/>
              </a:defRPr>
            </a:pPr>
            <a:r>
              <a:rPr sz="2175" b="1">
                <a:solidFill>
                  <a:srgbClr val="FF4B9B"/>
                </a:solidFill>
                <a:latin typeface="Malgun Gothic"/>
                <a:ea typeface="Malgun Gothic"/>
                <a:cs typeface="Malgun Gothic"/>
              </a:rPr>
              <a:t>반드시 완성할 MVP</a:t>
            </a:r>
          </a:p>
        </p:txBody>
      </p:sp>
      <p:sp>
        <p:nvSpPr>
          <p:cNvPr id="5" name="Android 기본 런&#10;튜토리얼·결과·재시도&#10;&#10;캐릭">
            <a:extLst xmlns:a="http://schemas.openxmlformats.org/drawingml/2006/main">
              <a:ext uri="{FF2B5EF4-FFF2-40B4-BE49-F238E27FC236}">
                <a16:creationId xmlns:a16="http://schemas.microsoft.com/office/drawing/2014/main" id="{B81DFF26-7ACD-45C3-A770-A550A9C96087}"/>
              </a:ext>
            </a:extLst>
          </p:cNvPr>
          <p:cNvSpPr>
            <a:spLocks xmlns:a="http://schemas.openxmlformats.org/drawingml/2006/main" noGrp="1"/>
          </p:cNvSpPr>
          <p:nvPr/>
        </p:nvSpPr>
        <p:spPr>
          <a:xfrm xmlns:a="http://schemas.openxmlformats.org/drawingml/2006/main">
            <a:off x="609600" y="2038350"/>
            <a:ext cx="3352800" cy="342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F8F2FA"/>
                </a:solidFill>
                <a:latin typeface="Malgun Gothic"/>
                <a:ea typeface="Malgun Gothic"/>
                <a:cs typeface="Malgun Gothic"/>
              </a:defRPr>
            </a:defPPr>
            <a:lvl1pPr algn="l">
              <a:defRPr sz="1875" b="0">
                <a:solidFill>
                  <a:srgbClr val="F8F2FA"/>
                </a:solidFill>
                <a:latin typeface="Malgun Gothic"/>
                <a:ea typeface="Malgun Gothic"/>
                <a:cs typeface="Malgun Gothic"/>
              </a:defRPr>
            </a:lvl1pPr>
            <a:lvl2pPr algn="l">
              <a:defRPr sz="1875" b="0">
                <a:solidFill>
                  <a:srgbClr val="F8F2FA"/>
                </a:solidFill>
                <a:latin typeface="Malgun Gothic"/>
                <a:ea typeface="Malgun Gothic"/>
                <a:cs typeface="Malgun Gothic"/>
              </a:defRPr>
            </a:lvl2pPr>
            <a:lvl3pPr algn="l">
              <a:defRPr sz="1875" b="0">
                <a:solidFill>
                  <a:srgbClr val="F8F2FA"/>
                </a:solidFill>
                <a:latin typeface="Malgun Gothic"/>
                <a:ea typeface="Malgun Gothic"/>
                <a:cs typeface="Malgun Gothic"/>
              </a:defRPr>
            </a:lvl3pPr>
            <a:lvl4pPr algn="l">
              <a:defRPr sz="1875" b="0">
                <a:solidFill>
                  <a:srgbClr val="F8F2FA"/>
                </a:solidFill>
                <a:latin typeface="Malgun Gothic"/>
                <a:ea typeface="Malgun Gothic"/>
                <a:cs typeface="Malgun Gothic"/>
              </a:defRPr>
            </a:lvl4pPr>
            <a:lvl5pPr algn="l">
              <a:defRPr sz="1875" b="0">
                <a:solidFill>
                  <a:srgbClr val="F8F2FA"/>
                </a:solidFill>
                <a:latin typeface="Malgun Gothic"/>
                <a:ea typeface="Malgun Gothic"/>
                <a:cs typeface="Malgun Gothic"/>
              </a:defRPr>
            </a:lvl5pPr>
            <a:lvl6pPr algn="l">
              <a:defRPr sz="1875" b="0">
                <a:solidFill>
                  <a:srgbClr val="F8F2FA"/>
                </a:solidFill>
                <a:latin typeface="Malgun Gothic"/>
                <a:ea typeface="Malgun Gothic"/>
                <a:cs typeface="Malgun Gothic"/>
              </a:defRPr>
            </a:lvl6pPr>
            <a:lvl7pPr algn="l">
              <a:defRPr sz="1875" b="0">
                <a:solidFill>
                  <a:srgbClr val="F8F2FA"/>
                </a:solidFill>
                <a:latin typeface="Malgun Gothic"/>
                <a:ea typeface="Malgun Gothic"/>
                <a:cs typeface="Malgun Gothic"/>
              </a:defRPr>
            </a:lvl7pPr>
            <a:lvl8pPr algn="l">
              <a:defRPr sz="1875" b="0">
                <a:solidFill>
                  <a:srgbClr val="F8F2FA"/>
                </a:solidFill>
                <a:latin typeface="Malgun Gothic"/>
                <a:ea typeface="Malgun Gothic"/>
                <a:cs typeface="Malgun Gothic"/>
              </a:defRPr>
            </a:lvl8pPr>
            <a:lvl9pPr algn="l">
              <a:defRPr sz="1875" b="0">
                <a:solidFill>
                  <a:srgbClr val="F8F2FA"/>
                </a:solidFill>
                <a:latin typeface="Malgun Gothic"/>
                <a:ea typeface="Malgun Gothic"/>
                <a:cs typeface="Malgun Gothic"/>
              </a:defRPr>
            </a:lvl9pPr>
          </a:lstStyle>
          <a:p xmlns:a="http://schemas.openxmlformats.org/drawingml/2006/main">
            <a:pPr algn="l">
              <a:defRPr sz="1875" b="0">
                <a:solidFill>
                  <a:srgbClr val="F8F2FA"/>
                </a:solidFill>
                <a:latin typeface="Malgun Gothic"/>
                <a:ea typeface="Malgun Gothic"/>
                <a:cs typeface="Malgun Gothic"/>
              </a:defRPr>
            </a:pPr>
            <a:r>
              <a:rPr sz="1875" b="0">
                <a:solidFill>
                  <a:srgbClr val="F8F2FA"/>
                </a:solidFill>
                <a:latin typeface="Malgun Gothic"/>
                <a:ea typeface="Malgun Gothic"/>
                <a:cs typeface="Malgun Gothic"/>
              </a:rPr>
              <a:t>Android 기본 런</a:t>
            </a:r>
          </a:p>
          <a:p xmlns:a="http://schemas.openxmlformats.org/drawingml/2006/main">
            <a:pPr algn="l">
              <a:defRPr sz="1875" b="0">
                <a:solidFill>
                  <a:srgbClr val="F8F2FA"/>
                </a:solidFill>
                <a:latin typeface="Malgun Gothic"/>
                <a:ea typeface="Malgun Gothic"/>
                <a:cs typeface="Malgun Gothic"/>
              </a:defRPr>
            </a:pPr>
            <a:r>
              <a:rPr sz="1875" b="0">
                <a:solidFill>
                  <a:srgbClr val="F8F2FA"/>
                </a:solidFill>
                <a:latin typeface="Malgun Gothic"/>
                <a:ea typeface="Malgun Gothic"/>
                <a:cs typeface="Malgun Gothic"/>
              </a:rPr>
              <a:t>튜토리얼·결과·재시도</a:t>
            </a:r>
          </a:p>
          <a:p xmlns:a="http://schemas.openxmlformats.org/drawingml/2006/main">
            <a:r>
              <a:t/>
            </a:r>
          </a:p>
          <a:p xmlns:a="http://schemas.openxmlformats.org/drawingml/2006/main">
            <a:pPr algn="l">
              <a:defRPr sz="1875" b="0">
                <a:solidFill>
                  <a:srgbClr val="F8F2FA"/>
                </a:solidFill>
                <a:latin typeface="Malgun Gothic"/>
                <a:ea typeface="Malgun Gothic"/>
                <a:cs typeface="Malgun Gothic"/>
              </a:defRPr>
            </a:pPr>
            <a:r>
              <a:rPr sz="1875" b="0">
                <a:solidFill>
                  <a:srgbClr val="F8F2FA"/>
                </a:solidFill>
                <a:latin typeface="Malgun Gothic"/>
                <a:ea typeface="Malgun Gothic"/>
                <a:cs typeface="Malgun Gothic"/>
              </a:rPr>
              <a:t>캐릭터 1종과 테마 1종</a:t>
            </a:r>
          </a:p>
          <a:p xmlns:a="http://schemas.openxmlformats.org/drawingml/2006/main">
            <a:pPr algn="l">
              <a:defRPr sz="1875" b="0">
                <a:solidFill>
                  <a:srgbClr val="F8F2FA"/>
                </a:solidFill>
                <a:latin typeface="Malgun Gothic"/>
                <a:ea typeface="Malgun Gothic"/>
                <a:cs typeface="Malgun Gothic"/>
              </a:defRPr>
            </a:pPr>
            <a:r>
              <a:rPr sz="1875" b="0">
                <a:solidFill>
                  <a:srgbClr val="F8F2FA"/>
                </a:solidFill>
                <a:latin typeface="Malgun Gothic"/>
                <a:ea typeface="Malgun Gothic"/>
                <a:cs typeface="Malgun Gothic"/>
              </a:rPr>
              <a:t>기본 패턴 A~E 5종</a:t>
            </a:r>
          </a:p>
          <a:p xmlns:a="http://schemas.openxmlformats.org/drawingml/2006/main">
            <a:r>
              <a:t/>
            </a:r>
          </a:p>
          <a:p xmlns:a="http://schemas.openxmlformats.org/drawingml/2006/main">
            <a:pPr algn="l">
              <a:defRPr sz="1875" b="0">
                <a:solidFill>
                  <a:srgbClr val="F8F2FA"/>
                </a:solidFill>
                <a:latin typeface="Malgun Gothic"/>
                <a:ea typeface="Malgun Gothic"/>
                <a:cs typeface="Malgun Gothic"/>
              </a:defRPr>
            </a:pPr>
            <a:r>
              <a:rPr sz="1875" b="0">
                <a:solidFill>
                  <a:srgbClr val="F8F2FA"/>
                </a:solidFill>
                <a:latin typeface="Malgun Gothic"/>
                <a:ea typeface="Malgun Gothic"/>
                <a:cs typeface="Malgun Gothic"/>
              </a:rPr>
              <a:t>4초 규칙·전투·콤보</a:t>
            </a:r>
          </a:p>
          <a:p xmlns:a="http://schemas.openxmlformats.org/drawingml/2006/main">
            <a:pPr algn="l">
              <a:defRPr sz="1875" b="0">
                <a:solidFill>
                  <a:srgbClr val="F8F2FA"/>
                </a:solidFill>
                <a:latin typeface="Malgun Gothic"/>
                <a:ea typeface="Malgun Gothic"/>
                <a:cs typeface="Malgun Gothic"/>
              </a:defRPr>
            </a:pPr>
            <a:r>
              <a:rPr sz="1875" b="0">
                <a:solidFill>
                  <a:srgbClr val="F8F2FA"/>
                </a:solidFill>
                <a:latin typeface="Malgun Gothic"/>
                <a:ea typeface="Malgun Gothic"/>
                <a:cs typeface="Malgun Gothic"/>
              </a:rPr>
              <a:t>로컬 최고 기록 저장</a:t>
            </a:r>
          </a:p>
        </p:txBody>
      </p:sp>
      <p:sp>
        <p:nvSpPr>
          <p:cNvPr id="6" name="안정화 후 유지·개선">
            <a:extLst xmlns:a="http://schemas.openxmlformats.org/drawingml/2006/main">
              <a:ext uri="{FF2B5EF4-FFF2-40B4-BE49-F238E27FC236}">
                <a16:creationId xmlns:a16="http://schemas.microsoft.com/office/drawing/2014/main" id="{BFE1CDF3-7D7C-4786-B761-BD470B010CCD}"/>
              </a:ext>
            </a:extLst>
          </p:cNvPr>
          <p:cNvSpPr>
            <a:spLocks xmlns:a="http://schemas.openxmlformats.org/drawingml/2006/main" noGrp="1"/>
          </p:cNvSpPr>
          <p:nvPr/>
        </p:nvSpPr>
        <p:spPr>
          <a:xfrm xmlns:a="http://schemas.openxmlformats.org/drawingml/2006/main">
            <a:off x="4419600" y="1428750"/>
            <a:ext cx="3381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F2B6D3"/>
                </a:solidFill>
                <a:latin typeface="Malgun Gothic"/>
                <a:ea typeface="Malgun Gothic"/>
                <a:cs typeface="Malgun Gothic"/>
              </a:defRPr>
            </a:defPPr>
            <a:lvl1pPr algn="l">
              <a:defRPr sz="2175" b="1">
                <a:solidFill>
                  <a:srgbClr val="F2B6D3"/>
                </a:solidFill>
                <a:latin typeface="Malgun Gothic"/>
                <a:ea typeface="Malgun Gothic"/>
                <a:cs typeface="Malgun Gothic"/>
              </a:defRPr>
            </a:lvl1pPr>
            <a:lvl2pPr algn="l">
              <a:defRPr sz="2175" b="1">
                <a:solidFill>
                  <a:srgbClr val="F2B6D3"/>
                </a:solidFill>
                <a:latin typeface="Malgun Gothic"/>
                <a:ea typeface="Malgun Gothic"/>
                <a:cs typeface="Malgun Gothic"/>
              </a:defRPr>
            </a:lvl2pPr>
            <a:lvl3pPr algn="l">
              <a:defRPr sz="2175" b="1">
                <a:solidFill>
                  <a:srgbClr val="F2B6D3"/>
                </a:solidFill>
                <a:latin typeface="Malgun Gothic"/>
                <a:ea typeface="Malgun Gothic"/>
                <a:cs typeface="Malgun Gothic"/>
              </a:defRPr>
            </a:lvl3pPr>
            <a:lvl4pPr algn="l">
              <a:defRPr sz="2175" b="1">
                <a:solidFill>
                  <a:srgbClr val="F2B6D3"/>
                </a:solidFill>
                <a:latin typeface="Malgun Gothic"/>
                <a:ea typeface="Malgun Gothic"/>
                <a:cs typeface="Malgun Gothic"/>
              </a:defRPr>
            </a:lvl4pPr>
            <a:lvl5pPr algn="l">
              <a:defRPr sz="2175" b="1">
                <a:solidFill>
                  <a:srgbClr val="F2B6D3"/>
                </a:solidFill>
                <a:latin typeface="Malgun Gothic"/>
                <a:ea typeface="Malgun Gothic"/>
                <a:cs typeface="Malgun Gothic"/>
              </a:defRPr>
            </a:lvl5pPr>
            <a:lvl6pPr algn="l">
              <a:defRPr sz="2175" b="1">
                <a:solidFill>
                  <a:srgbClr val="F2B6D3"/>
                </a:solidFill>
                <a:latin typeface="Malgun Gothic"/>
                <a:ea typeface="Malgun Gothic"/>
                <a:cs typeface="Malgun Gothic"/>
              </a:defRPr>
            </a:lvl6pPr>
            <a:lvl7pPr algn="l">
              <a:defRPr sz="2175" b="1">
                <a:solidFill>
                  <a:srgbClr val="F2B6D3"/>
                </a:solidFill>
                <a:latin typeface="Malgun Gothic"/>
                <a:ea typeface="Malgun Gothic"/>
                <a:cs typeface="Malgun Gothic"/>
              </a:defRPr>
            </a:lvl7pPr>
            <a:lvl8pPr algn="l">
              <a:defRPr sz="2175" b="1">
                <a:solidFill>
                  <a:srgbClr val="F2B6D3"/>
                </a:solidFill>
                <a:latin typeface="Malgun Gothic"/>
                <a:ea typeface="Malgun Gothic"/>
                <a:cs typeface="Malgun Gothic"/>
              </a:defRPr>
            </a:lvl8pPr>
            <a:lvl9pPr algn="l">
              <a:defRPr sz="2175" b="1">
                <a:solidFill>
                  <a:srgbClr val="F2B6D3"/>
                </a:solidFill>
                <a:latin typeface="Malgun Gothic"/>
                <a:ea typeface="Malgun Gothic"/>
                <a:cs typeface="Malgun Gothic"/>
              </a:defRPr>
            </a:lvl9pPr>
          </a:lstStyle>
          <a:p xmlns:a="http://schemas.openxmlformats.org/drawingml/2006/main">
            <a:pPr algn="l">
              <a:defRPr sz="2175" b="1">
                <a:solidFill>
                  <a:srgbClr val="F2B6D3"/>
                </a:solidFill>
                <a:latin typeface="Malgun Gothic"/>
                <a:ea typeface="Malgun Gothic"/>
                <a:cs typeface="Malgun Gothic"/>
              </a:defRPr>
            </a:pPr>
            <a:r>
              <a:rPr sz="2175" b="1">
                <a:solidFill>
                  <a:srgbClr val="F2B6D3"/>
                </a:solidFill>
                <a:latin typeface="Malgun Gothic"/>
                <a:ea typeface="Malgun Gothic"/>
                <a:cs typeface="Malgun Gothic"/>
              </a:rPr>
              <a:t>안정화 후 유지·개선</a:t>
            </a:r>
          </a:p>
        </p:txBody>
      </p:sp>
      <p:sp>
        <p:nvSpPr>
          <p:cNvPr id="7" name="현재 구현한 Classic&#10;상층 코스와 벽 달리기&#10;">
            <a:extLst xmlns:a="http://schemas.openxmlformats.org/drawingml/2006/main">
              <a:ext uri="{FF2B5EF4-FFF2-40B4-BE49-F238E27FC236}">
                <a16:creationId xmlns:a16="http://schemas.microsoft.com/office/drawing/2014/main" id="{2046C7CE-67AD-49B4-A240-6BE683C5A704}"/>
              </a:ext>
            </a:extLst>
          </p:cNvPr>
          <p:cNvSpPr>
            <a:spLocks xmlns:a="http://schemas.openxmlformats.org/drawingml/2006/main" noGrp="1"/>
          </p:cNvSpPr>
          <p:nvPr/>
        </p:nvSpPr>
        <p:spPr>
          <a:xfrm xmlns:a="http://schemas.openxmlformats.org/drawingml/2006/main">
            <a:off x="4419600" y="2038350"/>
            <a:ext cx="3352800" cy="342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F8F2FA"/>
                </a:solidFill>
                <a:latin typeface="Malgun Gothic"/>
                <a:ea typeface="Malgun Gothic"/>
                <a:cs typeface="Malgun Gothic"/>
              </a:defRPr>
            </a:defPPr>
            <a:lvl1pPr algn="l">
              <a:defRPr sz="1875" b="0">
                <a:solidFill>
                  <a:srgbClr val="F8F2FA"/>
                </a:solidFill>
                <a:latin typeface="Malgun Gothic"/>
                <a:ea typeface="Malgun Gothic"/>
                <a:cs typeface="Malgun Gothic"/>
              </a:defRPr>
            </a:lvl1pPr>
            <a:lvl2pPr algn="l">
              <a:defRPr sz="1875" b="0">
                <a:solidFill>
                  <a:srgbClr val="F8F2FA"/>
                </a:solidFill>
                <a:latin typeface="Malgun Gothic"/>
                <a:ea typeface="Malgun Gothic"/>
                <a:cs typeface="Malgun Gothic"/>
              </a:defRPr>
            </a:lvl2pPr>
            <a:lvl3pPr algn="l">
              <a:defRPr sz="1875" b="0">
                <a:solidFill>
                  <a:srgbClr val="F8F2FA"/>
                </a:solidFill>
                <a:latin typeface="Malgun Gothic"/>
                <a:ea typeface="Malgun Gothic"/>
                <a:cs typeface="Malgun Gothic"/>
              </a:defRPr>
            </a:lvl3pPr>
            <a:lvl4pPr algn="l">
              <a:defRPr sz="1875" b="0">
                <a:solidFill>
                  <a:srgbClr val="F8F2FA"/>
                </a:solidFill>
                <a:latin typeface="Malgun Gothic"/>
                <a:ea typeface="Malgun Gothic"/>
                <a:cs typeface="Malgun Gothic"/>
              </a:defRPr>
            </a:lvl4pPr>
            <a:lvl5pPr algn="l">
              <a:defRPr sz="1875" b="0">
                <a:solidFill>
                  <a:srgbClr val="F8F2FA"/>
                </a:solidFill>
                <a:latin typeface="Malgun Gothic"/>
                <a:ea typeface="Malgun Gothic"/>
                <a:cs typeface="Malgun Gothic"/>
              </a:defRPr>
            </a:lvl5pPr>
            <a:lvl6pPr algn="l">
              <a:defRPr sz="1875" b="0">
                <a:solidFill>
                  <a:srgbClr val="F8F2FA"/>
                </a:solidFill>
                <a:latin typeface="Malgun Gothic"/>
                <a:ea typeface="Malgun Gothic"/>
                <a:cs typeface="Malgun Gothic"/>
              </a:defRPr>
            </a:lvl6pPr>
            <a:lvl7pPr algn="l">
              <a:defRPr sz="1875" b="0">
                <a:solidFill>
                  <a:srgbClr val="F8F2FA"/>
                </a:solidFill>
                <a:latin typeface="Malgun Gothic"/>
                <a:ea typeface="Malgun Gothic"/>
                <a:cs typeface="Malgun Gothic"/>
              </a:defRPr>
            </a:lvl7pPr>
            <a:lvl8pPr algn="l">
              <a:defRPr sz="1875" b="0">
                <a:solidFill>
                  <a:srgbClr val="F8F2FA"/>
                </a:solidFill>
                <a:latin typeface="Malgun Gothic"/>
                <a:ea typeface="Malgun Gothic"/>
                <a:cs typeface="Malgun Gothic"/>
              </a:defRPr>
            </a:lvl8pPr>
            <a:lvl9pPr algn="l">
              <a:defRPr sz="1875" b="0">
                <a:solidFill>
                  <a:srgbClr val="F8F2FA"/>
                </a:solidFill>
                <a:latin typeface="Malgun Gothic"/>
                <a:ea typeface="Malgun Gothic"/>
                <a:cs typeface="Malgun Gothic"/>
              </a:defRPr>
            </a:lvl9pPr>
          </a:lstStyle>
          <a:p xmlns:a="http://schemas.openxmlformats.org/drawingml/2006/main">
            <a:pPr algn="l">
              <a:defRPr sz="1875" b="0">
                <a:solidFill>
                  <a:srgbClr val="F8F2FA"/>
                </a:solidFill>
                <a:latin typeface="Malgun Gothic"/>
                <a:ea typeface="Malgun Gothic"/>
                <a:cs typeface="Malgun Gothic"/>
              </a:defRPr>
            </a:pPr>
            <a:r>
              <a:rPr sz="1875" b="0">
                <a:solidFill>
                  <a:srgbClr val="F8F2FA"/>
                </a:solidFill>
                <a:latin typeface="Malgun Gothic"/>
                <a:ea typeface="Malgun Gothic"/>
                <a:cs typeface="Malgun Gothic"/>
              </a:rPr>
              <a:t>현재 구현한 Classic</a:t>
            </a:r>
          </a:p>
          <a:p xmlns:a="http://schemas.openxmlformats.org/drawingml/2006/main">
            <a:pPr algn="l">
              <a:defRPr sz="1875" b="0">
                <a:solidFill>
                  <a:srgbClr val="F8F2FA"/>
                </a:solidFill>
                <a:latin typeface="Malgun Gothic"/>
                <a:ea typeface="Malgun Gothic"/>
                <a:cs typeface="Malgun Gothic"/>
              </a:defRPr>
            </a:pPr>
            <a:r>
              <a:rPr sz="1875" b="0">
                <a:solidFill>
                  <a:srgbClr val="F8F2FA"/>
                </a:solidFill>
                <a:latin typeface="Malgun Gothic"/>
                <a:ea typeface="Malgun Gothic"/>
                <a:cs typeface="Malgun Gothic"/>
              </a:rPr>
              <a:t>상층 코스와 벽 달리기</a:t>
            </a:r>
          </a:p>
          <a:p xmlns:a="http://schemas.openxmlformats.org/drawingml/2006/main">
            <a:r>
              <a:t/>
            </a:r>
          </a:p>
          <a:p xmlns:a="http://schemas.openxmlformats.org/drawingml/2006/main">
            <a:pPr algn="l">
              <a:defRPr sz="1875" b="0">
                <a:solidFill>
                  <a:srgbClr val="F8F2FA"/>
                </a:solidFill>
                <a:latin typeface="Malgun Gothic"/>
                <a:ea typeface="Malgun Gothic"/>
                <a:cs typeface="Malgun Gothic"/>
              </a:defRPr>
            </a:pPr>
            <a:r>
              <a:rPr sz="1875" b="0">
                <a:solidFill>
                  <a:srgbClr val="F8F2FA"/>
                </a:solidFill>
                <a:latin typeface="Malgun Gothic"/>
                <a:ea typeface="Malgun Gothic"/>
                <a:cs typeface="Malgun Gothic"/>
              </a:rPr>
              <a:t>파워업·강화·스킨</a:t>
            </a:r>
          </a:p>
          <a:p xmlns:a="http://schemas.openxmlformats.org/drawingml/2006/main">
            <a:pPr algn="l">
              <a:defRPr sz="1875" b="0">
                <a:solidFill>
                  <a:srgbClr val="F8F2FA"/>
                </a:solidFill>
                <a:latin typeface="Malgun Gothic"/>
                <a:ea typeface="Malgun Gothic"/>
                <a:cs typeface="Malgun Gothic"/>
              </a:defRPr>
            </a:pPr>
            <a:r>
              <a:rPr sz="1875" b="0">
                <a:solidFill>
                  <a:srgbClr val="F8F2FA"/>
                </a:solidFill>
                <a:latin typeface="Malgun Gothic"/>
                <a:ea typeface="Malgun Gothic"/>
                <a:cs typeface="Malgun Gothic"/>
              </a:rPr>
              <a:t>업적과 일일 퀘스트</a:t>
            </a:r>
          </a:p>
          <a:p xmlns:a="http://schemas.openxmlformats.org/drawingml/2006/main">
            <a:r>
              <a:t/>
            </a:r>
          </a:p>
          <a:p xmlns:a="http://schemas.openxmlformats.org/drawingml/2006/main">
            <a:pPr algn="l">
              <a:defRPr sz="1875" b="0">
                <a:solidFill>
                  <a:srgbClr val="F8F2FA"/>
                </a:solidFill>
                <a:latin typeface="Malgun Gothic"/>
                <a:ea typeface="Malgun Gothic"/>
                <a:cs typeface="Malgun Gothic"/>
              </a:defRPr>
            </a:pPr>
            <a:r>
              <a:rPr sz="1875" b="0">
                <a:solidFill>
                  <a:srgbClr val="F8F2FA"/>
                </a:solidFill>
                <a:latin typeface="Malgun Gothic"/>
                <a:ea typeface="Malgun Gothic"/>
                <a:cs typeface="Malgun Gothic"/>
              </a:rPr>
              <a:t>통과 가능한 기존 기능을</a:t>
            </a:r>
          </a:p>
          <a:p xmlns:a="http://schemas.openxmlformats.org/drawingml/2006/main">
            <a:pPr algn="l">
              <a:defRPr sz="1875" b="0">
                <a:solidFill>
                  <a:srgbClr val="F8F2FA"/>
                </a:solidFill>
                <a:latin typeface="Malgun Gothic"/>
                <a:ea typeface="Malgun Gothic"/>
                <a:cs typeface="Malgun Gothic"/>
              </a:defRPr>
            </a:pPr>
            <a:r>
              <a:rPr sz="1875" b="0">
                <a:solidFill>
                  <a:srgbClr val="F8F2FA"/>
                </a:solidFill>
                <a:latin typeface="Malgun Gothic"/>
                <a:ea typeface="Malgun Gothic"/>
                <a:cs typeface="Malgun Gothic"/>
              </a:rPr>
              <a:t>검증한 뒤 시연에 포함</a:t>
            </a:r>
          </a:p>
        </p:txBody>
      </p:sp>
      <p:sp>
        <p:nvSpPr>
          <p:cNvPr id="8" name="이번 기말 범위 제외">
            <a:extLst xmlns:a="http://schemas.openxmlformats.org/drawingml/2006/main">
              <a:ext uri="{FF2B5EF4-FFF2-40B4-BE49-F238E27FC236}">
                <a16:creationId xmlns:a16="http://schemas.microsoft.com/office/drawing/2014/main" id="{2419ADE2-CC0F-4D48-8771-6B7B4603F892}"/>
              </a:ext>
            </a:extLst>
          </p:cNvPr>
          <p:cNvSpPr>
            <a:spLocks xmlns:a="http://schemas.openxmlformats.org/drawingml/2006/main" noGrp="1"/>
          </p:cNvSpPr>
          <p:nvPr/>
        </p:nvSpPr>
        <p:spPr>
          <a:xfrm xmlns:a="http://schemas.openxmlformats.org/drawingml/2006/main">
            <a:off x="8229600" y="1428750"/>
            <a:ext cx="3381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BBAEC6"/>
                </a:solidFill>
                <a:latin typeface="Malgun Gothic"/>
                <a:ea typeface="Malgun Gothic"/>
                <a:cs typeface="Malgun Gothic"/>
              </a:defRPr>
            </a:defPPr>
            <a:lvl1pPr algn="l">
              <a:defRPr sz="2175" b="1">
                <a:solidFill>
                  <a:srgbClr val="BBAEC6"/>
                </a:solidFill>
                <a:latin typeface="Malgun Gothic"/>
                <a:ea typeface="Malgun Gothic"/>
                <a:cs typeface="Malgun Gothic"/>
              </a:defRPr>
            </a:lvl1pPr>
            <a:lvl2pPr algn="l">
              <a:defRPr sz="2175" b="1">
                <a:solidFill>
                  <a:srgbClr val="BBAEC6"/>
                </a:solidFill>
                <a:latin typeface="Malgun Gothic"/>
                <a:ea typeface="Malgun Gothic"/>
                <a:cs typeface="Malgun Gothic"/>
              </a:defRPr>
            </a:lvl2pPr>
            <a:lvl3pPr algn="l">
              <a:defRPr sz="2175" b="1">
                <a:solidFill>
                  <a:srgbClr val="BBAEC6"/>
                </a:solidFill>
                <a:latin typeface="Malgun Gothic"/>
                <a:ea typeface="Malgun Gothic"/>
                <a:cs typeface="Malgun Gothic"/>
              </a:defRPr>
            </a:lvl3pPr>
            <a:lvl4pPr algn="l">
              <a:defRPr sz="2175" b="1">
                <a:solidFill>
                  <a:srgbClr val="BBAEC6"/>
                </a:solidFill>
                <a:latin typeface="Malgun Gothic"/>
                <a:ea typeface="Malgun Gothic"/>
                <a:cs typeface="Malgun Gothic"/>
              </a:defRPr>
            </a:lvl4pPr>
            <a:lvl5pPr algn="l">
              <a:defRPr sz="2175" b="1">
                <a:solidFill>
                  <a:srgbClr val="BBAEC6"/>
                </a:solidFill>
                <a:latin typeface="Malgun Gothic"/>
                <a:ea typeface="Malgun Gothic"/>
                <a:cs typeface="Malgun Gothic"/>
              </a:defRPr>
            </a:lvl5pPr>
            <a:lvl6pPr algn="l">
              <a:defRPr sz="2175" b="1">
                <a:solidFill>
                  <a:srgbClr val="BBAEC6"/>
                </a:solidFill>
                <a:latin typeface="Malgun Gothic"/>
                <a:ea typeface="Malgun Gothic"/>
                <a:cs typeface="Malgun Gothic"/>
              </a:defRPr>
            </a:lvl6pPr>
            <a:lvl7pPr algn="l">
              <a:defRPr sz="2175" b="1">
                <a:solidFill>
                  <a:srgbClr val="BBAEC6"/>
                </a:solidFill>
                <a:latin typeface="Malgun Gothic"/>
                <a:ea typeface="Malgun Gothic"/>
                <a:cs typeface="Malgun Gothic"/>
              </a:defRPr>
            </a:lvl7pPr>
            <a:lvl8pPr algn="l">
              <a:defRPr sz="2175" b="1">
                <a:solidFill>
                  <a:srgbClr val="BBAEC6"/>
                </a:solidFill>
                <a:latin typeface="Malgun Gothic"/>
                <a:ea typeface="Malgun Gothic"/>
                <a:cs typeface="Malgun Gothic"/>
              </a:defRPr>
            </a:lvl8pPr>
            <a:lvl9pPr algn="l">
              <a:defRPr sz="2175" b="1">
                <a:solidFill>
                  <a:srgbClr val="BBAEC6"/>
                </a:solidFill>
                <a:latin typeface="Malgun Gothic"/>
                <a:ea typeface="Malgun Gothic"/>
                <a:cs typeface="Malgun Gothic"/>
              </a:defRPr>
            </a:lvl9pPr>
          </a:lstStyle>
          <a:p xmlns:a="http://schemas.openxmlformats.org/drawingml/2006/main">
            <a:pPr algn="l">
              <a:defRPr sz="2175" b="1">
                <a:solidFill>
                  <a:srgbClr val="BBAEC6"/>
                </a:solidFill>
                <a:latin typeface="Malgun Gothic"/>
                <a:ea typeface="Malgun Gothic"/>
                <a:cs typeface="Malgun Gothic"/>
              </a:defRPr>
            </a:pPr>
            <a:r>
              <a:rPr sz="2175" b="1">
                <a:solidFill>
                  <a:srgbClr val="BBAEC6"/>
                </a:solidFill>
                <a:latin typeface="Malgun Gothic"/>
                <a:ea typeface="Malgun Gothic"/>
                <a:cs typeface="Malgun Gothic"/>
              </a:rPr>
              <a:t>이번 기말 범위 제외</a:t>
            </a:r>
          </a:p>
        </p:txBody>
      </p:sp>
      <p:sp>
        <p:nvSpPr>
          <p:cNvPr id="9" name="멀티플레이와 오픈 월드&#10;스토리 캠페인·보스&#10;&#10;실시간">
            <a:extLst xmlns:a="http://schemas.openxmlformats.org/drawingml/2006/main">
              <a:ext uri="{FF2B5EF4-FFF2-40B4-BE49-F238E27FC236}">
                <a16:creationId xmlns:a16="http://schemas.microsoft.com/office/drawing/2014/main" id="{151B5AE2-2172-4BB6-97E6-51BAEB3DE00B}"/>
              </a:ext>
            </a:extLst>
          </p:cNvPr>
          <p:cNvSpPr>
            <a:spLocks xmlns:a="http://schemas.openxmlformats.org/drawingml/2006/main" noGrp="1"/>
          </p:cNvSpPr>
          <p:nvPr/>
        </p:nvSpPr>
        <p:spPr>
          <a:xfrm xmlns:a="http://schemas.openxmlformats.org/drawingml/2006/main">
            <a:off x="8229600" y="2038350"/>
            <a:ext cx="3352800" cy="342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F8F2FA"/>
                </a:solidFill>
                <a:latin typeface="Malgun Gothic"/>
                <a:ea typeface="Malgun Gothic"/>
                <a:cs typeface="Malgun Gothic"/>
              </a:defRPr>
            </a:defPPr>
            <a:lvl1pPr algn="l">
              <a:defRPr sz="1875" b="0">
                <a:solidFill>
                  <a:srgbClr val="F8F2FA"/>
                </a:solidFill>
                <a:latin typeface="Malgun Gothic"/>
                <a:ea typeface="Malgun Gothic"/>
                <a:cs typeface="Malgun Gothic"/>
              </a:defRPr>
            </a:lvl1pPr>
            <a:lvl2pPr algn="l">
              <a:defRPr sz="1875" b="0">
                <a:solidFill>
                  <a:srgbClr val="F8F2FA"/>
                </a:solidFill>
                <a:latin typeface="Malgun Gothic"/>
                <a:ea typeface="Malgun Gothic"/>
                <a:cs typeface="Malgun Gothic"/>
              </a:defRPr>
            </a:lvl2pPr>
            <a:lvl3pPr algn="l">
              <a:defRPr sz="1875" b="0">
                <a:solidFill>
                  <a:srgbClr val="F8F2FA"/>
                </a:solidFill>
                <a:latin typeface="Malgun Gothic"/>
                <a:ea typeface="Malgun Gothic"/>
                <a:cs typeface="Malgun Gothic"/>
              </a:defRPr>
            </a:lvl3pPr>
            <a:lvl4pPr algn="l">
              <a:defRPr sz="1875" b="0">
                <a:solidFill>
                  <a:srgbClr val="F8F2FA"/>
                </a:solidFill>
                <a:latin typeface="Malgun Gothic"/>
                <a:ea typeface="Malgun Gothic"/>
                <a:cs typeface="Malgun Gothic"/>
              </a:defRPr>
            </a:lvl4pPr>
            <a:lvl5pPr algn="l">
              <a:defRPr sz="1875" b="0">
                <a:solidFill>
                  <a:srgbClr val="F8F2FA"/>
                </a:solidFill>
                <a:latin typeface="Malgun Gothic"/>
                <a:ea typeface="Malgun Gothic"/>
                <a:cs typeface="Malgun Gothic"/>
              </a:defRPr>
            </a:lvl5pPr>
            <a:lvl6pPr algn="l">
              <a:defRPr sz="1875" b="0">
                <a:solidFill>
                  <a:srgbClr val="F8F2FA"/>
                </a:solidFill>
                <a:latin typeface="Malgun Gothic"/>
                <a:ea typeface="Malgun Gothic"/>
                <a:cs typeface="Malgun Gothic"/>
              </a:defRPr>
            </a:lvl6pPr>
            <a:lvl7pPr algn="l">
              <a:defRPr sz="1875" b="0">
                <a:solidFill>
                  <a:srgbClr val="F8F2FA"/>
                </a:solidFill>
                <a:latin typeface="Malgun Gothic"/>
                <a:ea typeface="Malgun Gothic"/>
                <a:cs typeface="Malgun Gothic"/>
              </a:defRPr>
            </a:lvl7pPr>
            <a:lvl8pPr algn="l">
              <a:defRPr sz="1875" b="0">
                <a:solidFill>
                  <a:srgbClr val="F8F2FA"/>
                </a:solidFill>
                <a:latin typeface="Malgun Gothic"/>
                <a:ea typeface="Malgun Gothic"/>
                <a:cs typeface="Malgun Gothic"/>
              </a:defRPr>
            </a:lvl8pPr>
            <a:lvl9pPr algn="l">
              <a:defRPr sz="1875" b="0">
                <a:solidFill>
                  <a:srgbClr val="F8F2FA"/>
                </a:solidFill>
                <a:latin typeface="Malgun Gothic"/>
                <a:ea typeface="Malgun Gothic"/>
                <a:cs typeface="Malgun Gothic"/>
              </a:defRPr>
            </a:lvl9pPr>
          </a:lstStyle>
          <a:p xmlns:a="http://schemas.openxmlformats.org/drawingml/2006/main">
            <a:pPr algn="l">
              <a:defRPr sz="1875" b="0">
                <a:solidFill>
                  <a:srgbClr val="F8F2FA"/>
                </a:solidFill>
                <a:latin typeface="Malgun Gothic"/>
                <a:ea typeface="Malgun Gothic"/>
                <a:cs typeface="Malgun Gothic"/>
              </a:defRPr>
            </a:pPr>
            <a:r>
              <a:rPr sz="1875" b="0">
                <a:solidFill>
                  <a:srgbClr val="F8F2FA"/>
                </a:solidFill>
                <a:latin typeface="Malgun Gothic"/>
                <a:ea typeface="Malgun Gothic"/>
                <a:cs typeface="Malgun Gothic"/>
              </a:rPr>
              <a:t>멀티플레이와 오픈 월드</a:t>
            </a:r>
          </a:p>
          <a:p xmlns:a="http://schemas.openxmlformats.org/drawingml/2006/main">
            <a:pPr algn="l">
              <a:defRPr sz="1875" b="0">
                <a:solidFill>
                  <a:srgbClr val="F8F2FA"/>
                </a:solidFill>
                <a:latin typeface="Malgun Gothic"/>
                <a:ea typeface="Malgun Gothic"/>
                <a:cs typeface="Malgun Gothic"/>
              </a:defRPr>
            </a:pPr>
            <a:r>
              <a:rPr sz="1875" b="0">
                <a:solidFill>
                  <a:srgbClr val="F8F2FA"/>
                </a:solidFill>
                <a:latin typeface="Malgun Gothic"/>
                <a:ea typeface="Malgun Gothic"/>
                <a:cs typeface="Malgun Gothic"/>
              </a:rPr>
              <a:t>스토리 캠페인·보스</a:t>
            </a:r>
          </a:p>
          <a:p xmlns:a="http://schemas.openxmlformats.org/drawingml/2006/main">
            <a:r>
              <a:t/>
            </a:r>
          </a:p>
          <a:p xmlns:a="http://schemas.openxmlformats.org/drawingml/2006/main">
            <a:pPr algn="l">
              <a:defRPr sz="1875" b="0">
                <a:solidFill>
                  <a:srgbClr val="F8F2FA"/>
                </a:solidFill>
                <a:latin typeface="Malgun Gothic"/>
                <a:ea typeface="Malgun Gothic"/>
                <a:cs typeface="Malgun Gothic"/>
              </a:defRPr>
            </a:pPr>
            <a:r>
              <a:rPr sz="1875" b="0">
                <a:solidFill>
                  <a:srgbClr val="F8F2FA"/>
                </a:solidFill>
                <a:latin typeface="Malgun Gothic"/>
                <a:ea typeface="Malgun Gothic"/>
                <a:cs typeface="Malgun Gothic"/>
              </a:rPr>
              <a:t>실시간 LLM NPC</a:t>
            </a:r>
          </a:p>
          <a:p xmlns:a="http://schemas.openxmlformats.org/drawingml/2006/main">
            <a:pPr algn="l">
              <a:defRPr sz="1875" b="0">
                <a:solidFill>
                  <a:srgbClr val="F8F2FA"/>
                </a:solidFill>
                <a:latin typeface="Malgun Gothic"/>
                <a:ea typeface="Malgun Gothic"/>
                <a:cs typeface="Malgun Gothic"/>
              </a:defRPr>
            </a:pPr>
            <a:r>
              <a:rPr sz="1875" b="0">
                <a:solidFill>
                  <a:srgbClr val="F8F2FA"/>
                </a:solidFill>
                <a:latin typeface="Malgun Gothic"/>
                <a:ea typeface="Malgun Gothic"/>
                <a:cs typeface="Malgun Gothic"/>
              </a:rPr>
              <a:t>광고·결제 실제 운영</a:t>
            </a:r>
          </a:p>
          <a:p xmlns:a="http://schemas.openxmlformats.org/drawingml/2006/main">
            <a:r>
              <a:t/>
            </a:r>
          </a:p>
          <a:p xmlns:a="http://schemas.openxmlformats.org/drawingml/2006/main">
            <a:pPr algn="l">
              <a:defRPr sz="1875" b="0">
                <a:solidFill>
                  <a:srgbClr val="F8F2FA"/>
                </a:solidFill>
                <a:latin typeface="Malgun Gothic"/>
                <a:ea typeface="Malgun Gothic"/>
                <a:cs typeface="Malgun Gothic"/>
              </a:defRPr>
            </a:pPr>
            <a:r>
              <a:rPr sz="1875" b="0">
                <a:solidFill>
                  <a:srgbClr val="F8F2FA"/>
                </a:solidFill>
                <a:latin typeface="Malgun Gothic"/>
                <a:ea typeface="Malgun Gothic"/>
                <a:cs typeface="Malgun Gothic"/>
              </a:rPr>
              <a:t>온라인 리더보드 출시</a:t>
            </a:r>
          </a:p>
          <a:p xmlns:a="http://schemas.openxmlformats.org/drawingml/2006/main">
            <a:pPr algn="l">
              <a:defRPr sz="1875" b="0">
                <a:solidFill>
                  <a:srgbClr val="F8F2FA"/>
                </a:solidFill>
                <a:latin typeface="Malgun Gothic"/>
                <a:ea typeface="Malgun Gothic"/>
                <a:cs typeface="Malgun Gothic"/>
              </a:defRPr>
            </a:pPr>
            <a:r>
              <a:rPr sz="1875" b="0">
                <a:solidFill>
                  <a:srgbClr val="F8F2FA"/>
                </a:solidFill>
                <a:latin typeface="Malgun Gothic"/>
                <a:ea typeface="Malgun Gothic"/>
                <a:cs typeface="Malgun Gothic"/>
              </a:rPr>
              <a:t>스토어 정식 출시</a:t>
            </a:r>
          </a:p>
        </p:txBody>
      </p:sp>
      <p:sp>
        <p:nvSpPr>
          <p:cNvPr id="10" name="약 10분 안에 연습·런·결과·재도전을 경험하는 분">
            <a:extLst xmlns:a="http://schemas.openxmlformats.org/drawingml/2006/main">
              <a:ext uri="{FF2B5EF4-FFF2-40B4-BE49-F238E27FC236}">
                <a16:creationId xmlns:a16="http://schemas.microsoft.com/office/drawing/2014/main" id="{33A41963-9770-4DC3-95E9-B7C35442BA87}"/>
              </a:ext>
            </a:extLst>
          </p:cNvPr>
          <p:cNvSpPr>
            <a:spLocks xmlns:a="http://schemas.openxmlformats.org/drawingml/2006/main" noGrp="1"/>
          </p:cNvSpPr>
          <p:nvPr/>
        </p:nvSpPr>
        <p:spPr>
          <a:xfrm xmlns:a="http://schemas.openxmlformats.org/drawingml/2006/main">
            <a:off x="609600" y="5829300"/>
            <a:ext cx="10810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F2B6D3"/>
                </a:solidFill>
                <a:latin typeface="Malgun Gothic"/>
                <a:ea typeface="Malgun Gothic"/>
                <a:cs typeface="Malgun Gothic"/>
              </a:defRPr>
            </a:defPPr>
            <a:lvl1pPr algn="l">
              <a:defRPr sz="2100" b="1">
                <a:solidFill>
                  <a:srgbClr val="F2B6D3"/>
                </a:solidFill>
                <a:latin typeface="Malgun Gothic"/>
                <a:ea typeface="Malgun Gothic"/>
                <a:cs typeface="Malgun Gothic"/>
              </a:defRPr>
            </a:lvl1pPr>
            <a:lvl2pPr algn="l">
              <a:defRPr sz="2100" b="1">
                <a:solidFill>
                  <a:srgbClr val="F2B6D3"/>
                </a:solidFill>
                <a:latin typeface="Malgun Gothic"/>
                <a:ea typeface="Malgun Gothic"/>
                <a:cs typeface="Malgun Gothic"/>
              </a:defRPr>
            </a:lvl2pPr>
            <a:lvl3pPr algn="l">
              <a:defRPr sz="2100" b="1">
                <a:solidFill>
                  <a:srgbClr val="F2B6D3"/>
                </a:solidFill>
                <a:latin typeface="Malgun Gothic"/>
                <a:ea typeface="Malgun Gothic"/>
                <a:cs typeface="Malgun Gothic"/>
              </a:defRPr>
            </a:lvl3pPr>
            <a:lvl4pPr algn="l">
              <a:defRPr sz="2100" b="1">
                <a:solidFill>
                  <a:srgbClr val="F2B6D3"/>
                </a:solidFill>
                <a:latin typeface="Malgun Gothic"/>
                <a:ea typeface="Malgun Gothic"/>
                <a:cs typeface="Malgun Gothic"/>
              </a:defRPr>
            </a:lvl4pPr>
            <a:lvl5pPr algn="l">
              <a:defRPr sz="2100" b="1">
                <a:solidFill>
                  <a:srgbClr val="F2B6D3"/>
                </a:solidFill>
                <a:latin typeface="Malgun Gothic"/>
                <a:ea typeface="Malgun Gothic"/>
                <a:cs typeface="Malgun Gothic"/>
              </a:defRPr>
            </a:lvl5pPr>
            <a:lvl6pPr algn="l">
              <a:defRPr sz="2100" b="1">
                <a:solidFill>
                  <a:srgbClr val="F2B6D3"/>
                </a:solidFill>
                <a:latin typeface="Malgun Gothic"/>
                <a:ea typeface="Malgun Gothic"/>
                <a:cs typeface="Malgun Gothic"/>
              </a:defRPr>
            </a:lvl6pPr>
            <a:lvl7pPr algn="l">
              <a:defRPr sz="2100" b="1">
                <a:solidFill>
                  <a:srgbClr val="F2B6D3"/>
                </a:solidFill>
                <a:latin typeface="Malgun Gothic"/>
                <a:ea typeface="Malgun Gothic"/>
                <a:cs typeface="Malgun Gothic"/>
              </a:defRPr>
            </a:lvl7pPr>
            <a:lvl8pPr algn="l">
              <a:defRPr sz="2100" b="1">
                <a:solidFill>
                  <a:srgbClr val="F2B6D3"/>
                </a:solidFill>
                <a:latin typeface="Malgun Gothic"/>
                <a:ea typeface="Malgun Gothic"/>
                <a:cs typeface="Malgun Gothic"/>
              </a:defRPr>
            </a:lvl8pPr>
            <a:lvl9pPr algn="l">
              <a:defRPr sz="2100" b="1">
                <a:solidFill>
                  <a:srgbClr val="F2B6D3"/>
                </a:solidFill>
                <a:latin typeface="Malgun Gothic"/>
                <a:ea typeface="Malgun Gothic"/>
                <a:cs typeface="Malgun Gothic"/>
              </a:defRPr>
            </a:lvl9pPr>
          </a:lstStyle>
          <a:p xmlns:a="http://schemas.openxmlformats.org/drawingml/2006/main">
            <a:pPr algn="l">
              <a:defRPr sz="2100" b="1">
                <a:solidFill>
                  <a:srgbClr val="F2B6D3"/>
                </a:solidFill>
                <a:latin typeface="Malgun Gothic"/>
                <a:ea typeface="Malgun Gothic"/>
                <a:cs typeface="Malgun Gothic"/>
              </a:defRPr>
            </a:pPr>
            <a:r>
              <a:rPr sz="2100" b="1">
                <a:solidFill>
                  <a:srgbClr val="F2B6D3"/>
                </a:solidFill>
                <a:latin typeface="Malgun Gothic"/>
                <a:ea typeface="Malgun Gothic"/>
                <a:cs typeface="Malgun Gothic"/>
              </a:rPr>
              <a:t>약 10분 안에 연습·런·결과·재도전을 경험하는 분량을 완성한다</a:t>
            </a:r>
          </a:p>
        </p:txBody>
      </p:sp>
    </p:spTree>
    <p:extLst>
      <p:ext uri="{BB962C8B-B14F-4D97-AF65-F5344CB8AC3E}">
        <p14:creationId xmlns:p14="http://schemas.microsoft.com/office/powerpoint/2010/main" val="247660178"/>
      </p:ext>
    </p:extLst>
  </p:cSld>
</p:sld>
</file>

<file path=ppt/slides/slide6.xml><?xml version="1.0" encoding="utf-8"?>
<p:sld xmlns:p="http://schemas.openxmlformats.org/presentationml/2006/main">
  <p:cSld>
    <p:bg>
      <p:bgPr>
        <a:solidFill xmlns:a="http://schemas.openxmlformats.org/drawingml/2006/main">
          <a:srgbClr val="100E16"/>
        </a:solidFill>
      </p:bgPr>
    </p:bg>
    <p:spTree>
      <p:nvGrpSpPr>
        <p:cNvPr id="1" name=""/>
        <p:cNvGrpSpPr/>
        <p:nvPr/>
      </p:nvGrpSpPr>
      <p:grpSpPr>
        <a:xfrm xmlns:a="http://schemas.openxmlformats.org/drawingml/2006/main"/>
      </p:grpSpPr>
      <p:cxnSp>
        <p:nvCxnSpPr>
          <p:cNvPr id="2" name="">
            <a:extLst xmlns:a="http://schemas.openxmlformats.org/drawingml/2006/main">
              <a:ext uri="{FF2B5EF4-FFF2-40B4-BE49-F238E27FC236}">
                <a16:creationId xmlns:a16="http://schemas.microsoft.com/office/drawing/2014/main" id="{13CFE193-7399-442F-AD7B-A09E0D725913}"/>
              </a:ext>
            </a:extLst>
          </p:cNvPr>
          <p:cNvCxnSpPr>
            <a:stCxn xmlns:a="http://schemas.openxmlformats.org/drawingml/2006/main" id="21" idx="1"/>
            <a:endCxn xmlns:a="http://schemas.openxmlformats.org/drawingml/2006/main" id="17" idx="2"/>
          </p:cNvCxnSpPr>
          <p:nvPr/>
        </p:nvCxnSpPr>
        <p:spPr>
          <a:xfrm xmlns:a="http://schemas.openxmlformats.org/drawingml/2006/main" flipH="1" flipV="1">
            <a:off x="5905500" y="2228850"/>
            <a:ext cx="1504950" cy="790575"/>
          </a:xfrm>
          <a:prstGeom xmlns:a="http://schemas.openxmlformats.org/drawingml/2006/main" prst="bentConnector2">
            <a:avLst/>
          </a:prstGeom>
          <a:ln xmlns:a="http://schemas.openxmlformats.org/drawingml/2006/main" w="19050">
            <a:solidFill>
              <a:srgbClr val="BBAEC6"/>
            </a:solidFill>
            <a:tailEnd type="triangle" w="sm" len="sm"/>
          </a:ln>
        </p:spPr>
      </p:cxnSp>
      <p:cxnSp>
        <p:nvCxnSpPr>
          <p:cNvPr id="3" name="">
            <a:extLst xmlns:a="http://schemas.openxmlformats.org/drawingml/2006/main">
              <a:ext uri="{FF2B5EF4-FFF2-40B4-BE49-F238E27FC236}">
                <a16:creationId xmlns:a16="http://schemas.microsoft.com/office/drawing/2014/main" id="{EC630717-1617-4402-9C21-51283E5A5A3E}"/>
              </a:ext>
            </a:extLst>
          </p:cNvPr>
          <p:cNvCxnSpPr>
            <a:stCxn xmlns:a="http://schemas.openxmlformats.org/drawingml/2006/main" id="19" idx="2"/>
            <a:endCxn xmlns:a="http://schemas.openxmlformats.org/drawingml/2006/main" id="22" idx="0"/>
          </p:cNvCxnSpPr>
          <p:nvPr/>
        </p:nvCxnSpPr>
        <p:spPr>
          <a:xfrm xmlns:a="http://schemas.openxmlformats.org/drawingml/2006/main">
            <a:off x="10439400" y="2228850"/>
            <a:ext cx="0" cy="533400"/>
          </a:xfrm>
          <a:prstGeom xmlns:a="http://schemas.openxmlformats.org/drawingml/2006/main" prst="straightConnector1">
            <a:avLst/>
          </a:prstGeom>
          <a:ln xmlns:a="http://schemas.openxmlformats.org/drawingml/2006/main" w="19050">
            <a:solidFill>
              <a:srgbClr val="FF4B9B"/>
            </a:solidFill>
            <a:tailEnd type="triangle" w="sm" len="sm"/>
          </a:ln>
        </p:spPr>
      </p:cxnSp>
      <p:cxnSp>
        <p:nvCxnSpPr>
          <p:cNvPr id="4" name="">
            <a:extLst xmlns:a="http://schemas.openxmlformats.org/drawingml/2006/main">
              <a:ext uri="{FF2B5EF4-FFF2-40B4-BE49-F238E27FC236}">
                <a16:creationId xmlns:a16="http://schemas.microsoft.com/office/drawing/2014/main" id="{D4893986-D7E9-4BDF-9919-D8A9C0CF0288}"/>
              </a:ext>
            </a:extLst>
          </p:cNvPr>
          <p:cNvCxnSpPr>
            <a:stCxn xmlns:a="http://schemas.openxmlformats.org/drawingml/2006/main" id="21" idx="3"/>
            <a:endCxn xmlns:a="http://schemas.openxmlformats.org/drawingml/2006/main" id="19" idx="1"/>
          </p:cNvCxnSpPr>
          <p:nvPr/>
        </p:nvCxnSpPr>
        <p:spPr>
          <a:xfrm xmlns:a="http://schemas.openxmlformats.org/drawingml/2006/main" flipV="1">
            <a:off x="8934450" y="1971675"/>
            <a:ext cx="742950" cy="1047750"/>
          </a:xfrm>
          <a:prstGeom xmlns:a="http://schemas.openxmlformats.org/drawingml/2006/main" prst="bentConnector3">
            <a:avLst>
              <a:gd name="adj1" fmla="val 50000"/>
            </a:avLst>
          </a:prstGeom>
          <a:ln xmlns:a="http://schemas.openxmlformats.org/drawingml/2006/main" w="19050">
            <a:solidFill>
              <a:srgbClr val="FF4B9B"/>
            </a:solidFill>
            <a:tailEnd type="triangle" w="sm" len="sm"/>
          </a:ln>
        </p:spPr>
      </p:cxnSp>
      <p:cxnSp>
        <p:nvCxnSpPr>
          <p:cNvPr id="5" name="">
            <a:extLst xmlns:a="http://schemas.openxmlformats.org/drawingml/2006/main">
              <a:ext uri="{FF2B5EF4-FFF2-40B4-BE49-F238E27FC236}">
                <a16:creationId xmlns:a16="http://schemas.microsoft.com/office/drawing/2014/main" id="{63C0B43A-7C59-43EA-927C-05B29F7E31F3}"/>
              </a:ext>
            </a:extLst>
          </p:cNvPr>
          <p:cNvCxnSpPr>
            <a:stCxn xmlns:a="http://schemas.openxmlformats.org/drawingml/2006/main" id="18" idx="2"/>
            <a:endCxn xmlns:a="http://schemas.openxmlformats.org/drawingml/2006/main" id="21" idx="0"/>
          </p:cNvCxnSpPr>
          <p:nvPr/>
        </p:nvCxnSpPr>
        <p:spPr>
          <a:xfrm xmlns:a="http://schemas.openxmlformats.org/drawingml/2006/main">
            <a:off x="8172450" y="2228850"/>
            <a:ext cx="0" cy="533400"/>
          </a:xfrm>
          <a:prstGeom xmlns:a="http://schemas.openxmlformats.org/drawingml/2006/main" prst="straightConnector1">
            <a:avLst/>
          </a:prstGeom>
          <a:ln xmlns:a="http://schemas.openxmlformats.org/drawingml/2006/main" w="19050">
            <a:solidFill>
              <a:srgbClr val="FF4B9B"/>
            </a:solidFill>
            <a:tailEnd type="triangle" w="sm" len="sm"/>
          </a:ln>
        </p:spPr>
      </p:cxnSp>
      <p:cxnSp>
        <p:nvCxnSpPr>
          <p:cNvPr id="6" name="">
            <a:extLst xmlns:a="http://schemas.openxmlformats.org/drawingml/2006/main">
              <a:ext uri="{FF2B5EF4-FFF2-40B4-BE49-F238E27FC236}">
                <a16:creationId xmlns:a16="http://schemas.microsoft.com/office/drawing/2014/main" id="{21F60FE2-BD6E-4BEE-B12C-6F4ED7C50FCA}"/>
              </a:ext>
            </a:extLst>
          </p:cNvPr>
          <p:cNvCxnSpPr>
            <a:stCxn xmlns:a="http://schemas.openxmlformats.org/drawingml/2006/main" id="20" idx="3"/>
            <a:endCxn xmlns:a="http://schemas.openxmlformats.org/drawingml/2006/main" id="16" idx="2"/>
          </p:cNvCxnSpPr>
          <p:nvPr/>
        </p:nvCxnSpPr>
        <p:spPr>
          <a:xfrm xmlns:a="http://schemas.openxmlformats.org/drawingml/2006/main" flipV="1">
            <a:off x="2133600" y="2228850"/>
            <a:ext cx="1504950" cy="790575"/>
          </a:xfrm>
          <a:prstGeom xmlns:a="http://schemas.openxmlformats.org/drawingml/2006/main" prst="bentConnector2">
            <a:avLst/>
          </a:prstGeom>
          <a:ln xmlns:a="http://schemas.openxmlformats.org/drawingml/2006/main" w="19050">
            <a:solidFill>
              <a:srgbClr val="FF4B9B"/>
            </a:solidFill>
            <a:tailEnd type="triangle" w="sm" len="sm"/>
          </a:ln>
        </p:spPr>
      </p:cxnSp>
      <p:cxnSp>
        <p:nvCxnSpPr>
          <p:cNvPr id="7" name="">
            <a:extLst xmlns:a="http://schemas.openxmlformats.org/drawingml/2006/main">
              <a:ext uri="{FF2B5EF4-FFF2-40B4-BE49-F238E27FC236}">
                <a16:creationId xmlns:a16="http://schemas.microsoft.com/office/drawing/2014/main" id="{3784446D-D0F4-4E35-8CE3-544EFD276738}"/>
              </a:ext>
            </a:extLst>
          </p:cNvPr>
          <p:cNvCxnSpPr>
            <a:stCxn xmlns:a="http://schemas.openxmlformats.org/drawingml/2006/main" id="15" idx="2"/>
            <a:endCxn xmlns:a="http://schemas.openxmlformats.org/drawingml/2006/main" id="20" idx="0"/>
          </p:cNvCxnSpPr>
          <p:nvPr/>
        </p:nvCxnSpPr>
        <p:spPr>
          <a:xfrm xmlns:a="http://schemas.openxmlformats.org/drawingml/2006/main">
            <a:off x="1371600" y="2228850"/>
            <a:ext cx="0" cy="533400"/>
          </a:xfrm>
          <a:prstGeom xmlns:a="http://schemas.openxmlformats.org/drawingml/2006/main" prst="straightConnector1">
            <a:avLst/>
          </a:prstGeom>
          <a:ln xmlns:a="http://schemas.openxmlformats.org/drawingml/2006/main" w="19050">
            <a:solidFill>
              <a:srgbClr val="FF4B9B"/>
            </a:solidFill>
            <a:tailEnd type="triangle" w="sm" len="sm"/>
          </a:ln>
        </p:spPr>
      </p:cxnSp>
      <p:cxnSp>
        <p:nvCxnSpPr>
          <p:cNvPr id="8" name="">
            <a:extLst xmlns:a="http://schemas.openxmlformats.org/drawingml/2006/main">
              <a:ext uri="{FF2B5EF4-FFF2-40B4-BE49-F238E27FC236}">
                <a16:creationId xmlns:a16="http://schemas.microsoft.com/office/drawing/2014/main" id="{8AAEABA7-C580-47AA-B7F0-FD1B08755D63}"/>
              </a:ext>
            </a:extLst>
          </p:cNvPr>
          <p:cNvCxnSpPr>
            <a:stCxn xmlns:a="http://schemas.openxmlformats.org/drawingml/2006/main" id="18" idx="3"/>
            <a:endCxn xmlns:a="http://schemas.openxmlformats.org/drawingml/2006/main" id="19" idx="1"/>
          </p:cNvCxnSpPr>
          <p:nvPr/>
        </p:nvCxnSpPr>
        <p:spPr>
          <a:xfrm xmlns:a="http://schemas.openxmlformats.org/drawingml/2006/main">
            <a:off x="8934450" y="1971675"/>
            <a:ext cx="742950" cy="0"/>
          </a:xfrm>
          <a:prstGeom xmlns:a="http://schemas.openxmlformats.org/drawingml/2006/main" prst="straightConnector1">
            <a:avLst/>
          </a:prstGeom>
          <a:ln xmlns:a="http://schemas.openxmlformats.org/drawingml/2006/main" w="19050">
            <a:solidFill>
              <a:srgbClr val="FF4B9B"/>
            </a:solidFill>
            <a:tailEnd type="triangle" w="sm" len="sm"/>
          </a:ln>
        </p:spPr>
      </p:cxnSp>
      <p:cxnSp>
        <p:nvCxnSpPr>
          <p:cNvPr id="9" name="">
            <a:extLst xmlns:a="http://schemas.openxmlformats.org/drawingml/2006/main">
              <a:ext uri="{FF2B5EF4-FFF2-40B4-BE49-F238E27FC236}">
                <a16:creationId xmlns:a16="http://schemas.microsoft.com/office/drawing/2014/main" id="{0C55E283-F821-4D61-BFF0-8F30D270CCA3}"/>
              </a:ext>
            </a:extLst>
          </p:cNvPr>
          <p:cNvCxnSpPr>
            <a:stCxn xmlns:a="http://schemas.openxmlformats.org/drawingml/2006/main" id="17" idx="3"/>
            <a:endCxn xmlns:a="http://schemas.openxmlformats.org/drawingml/2006/main" id="18" idx="1"/>
          </p:cNvCxnSpPr>
          <p:nvPr/>
        </p:nvCxnSpPr>
        <p:spPr>
          <a:xfrm xmlns:a="http://schemas.openxmlformats.org/drawingml/2006/main">
            <a:off x="6667500" y="1971675"/>
            <a:ext cx="742950" cy="0"/>
          </a:xfrm>
          <a:prstGeom xmlns:a="http://schemas.openxmlformats.org/drawingml/2006/main" prst="straightConnector1">
            <a:avLst/>
          </a:prstGeom>
          <a:ln xmlns:a="http://schemas.openxmlformats.org/drawingml/2006/main" w="19050">
            <a:solidFill>
              <a:srgbClr val="FF4B9B"/>
            </a:solidFill>
            <a:tailEnd type="triangle" w="sm" len="sm"/>
          </a:ln>
        </p:spPr>
      </p:cxnSp>
      <p:cxnSp>
        <p:nvCxnSpPr>
          <p:cNvPr id="10" name="">
            <a:extLst xmlns:a="http://schemas.openxmlformats.org/drawingml/2006/main">
              <a:ext uri="{FF2B5EF4-FFF2-40B4-BE49-F238E27FC236}">
                <a16:creationId xmlns:a16="http://schemas.microsoft.com/office/drawing/2014/main" id="{226D295A-4E85-4A85-8D2B-3EFFE86B2C30}"/>
              </a:ext>
            </a:extLst>
          </p:cNvPr>
          <p:cNvCxnSpPr>
            <a:stCxn xmlns:a="http://schemas.openxmlformats.org/drawingml/2006/main" id="16" idx="3"/>
            <a:endCxn xmlns:a="http://schemas.openxmlformats.org/drawingml/2006/main" id="17" idx="1"/>
          </p:cNvCxnSpPr>
          <p:nvPr/>
        </p:nvCxnSpPr>
        <p:spPr>
          <a:xfrm xmlns:a="http://schemas.openxmlformats.org/drawingml/2006/main">
            <a:off x="4400550" y="1971675"/>
            <a:ext cx="742950" cy="0"/>
          </a:xfrm>
          <a:prstGeom xmlns:a="http://schemas.openxmlformats.org/drawingml/2006/main" prst="straightConnector1">
            <a:avLst/>
          </a:prstGeom>
          <a:ln xmlns:a="http://schemas.openxmlformats.org/drawingml/2006/main" w="19050">
            <a:solidFill>
              <a:srgbClr val="FF4B9B"/>
            </a:solidFill>
            <a:tailEnd type="triangle" w="sm" len="sm"/>
          </a:ln>
        </p:spPr>
      </p:cxnSp>
      <p:cxnSp>
        <p:nvCxnSpPr>
          <p:cNvPr id="11" name="">
            <a:extLst xmlns:a="http://schemas.openxmlformats.org/drawingml/2006/main">
              <a:ext uri="{FF2B5EF4-FFF2-40B4-BE49-F238E27FC236}">
                <a16:creationId xmlns:a16="http://schemas.microsoft.com/office/drawing/2014/main" id="{5181D6EE-2D6F-403A-BB98-DB1C85F4CD80}"/>
              </a:ext>
            </a:extLst>
          </p:cNvPr>
          <p:cNvCxnSpPr>
            <a:stCxn xmlns:a="http://schemas.openxmlformats.org/drawingml/2006/main" id="15" idx="3"/>
            <a:endCxn xmlns:a="http://schemas.openxmlformats.org/drawingml/2006/main" id="16" idx="1"/>
          </p:cNvCxnSpPr>
          <p:nvPr/>
        </p:nvCxnSpPr>
        <p:spPr>
          <a:xfrm xmlns:a="http://schemas.openxmlformats.org/drawingml/2006/main">
            <a:off x="2133600" y="1971675"/>
            <a:ext cx="742950" cy="0"/>
          </a:xfrm>
          <a:prstGeom xmlns:a="http://schemas.openxmlformats.org/drawingml/2006/main" prst="straightConnector1">
            <a:avLst/>
          </a:prstGeom>
          <a:ln xmlns:a="http://schemas.openxmlformats.org/drawingml/2006/main" w="19050">
            <a:solidFill>
              <a:srgbClr val="FF4B9B"/>
            </a:solidFill>
            <a:tailEnd type="triangle" w="sm" len="sm"/>
          </a:ln>
        </p:spPr>
      </p:cxnSp>
      <p:sp>
        <p:nvSpPr>
          <p:cNvPr id="12" name="AI 설계 1. 게임 흐름 FSM">
            <a:extLst xmlns:a="http://schemas.openxmlformats.org/drawingml/2006/main">
              <a:ext uri="{FF2B5EF4-FFF2-40B4-BE49-F238E27FC236}">
                <a16:creationId xmlns:a16="http://schemas.microsoft.com/office/drawing/2014/main" id="{C21A81A7-D098-4228-BE35-C37CCA421D06}"/>
              </a:ext>
            </a:extLst>
          </p:cNvPr>
          <p:cNvSpPr>
            <a:spLocks xmlns:a="http://schemas.openxmlformats.org/drawingml/2006/main" noGrp="1"/>
          </p:cNvSpPr>
          <p:nvPr/>
        </p:nvSpPr>
        <p:spPr>
          <a:xfrm xmlns:a="http://schemas.openxmlformats.org/drawingml/2006/main">
            <a:off x="609600" y="428625"/>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F8F2FA"/>
                </a:solidFill>
                <a:latin typeface="Malgun Gothic"/>
                <a:ea typeface="Malgun Gothic"/>
                <a:cs typeface="Malgun Gothic"/>
              </a:defRPr>
            </a:defPPr>
            <a:lvl1pPr algn="l">
              <a:defRPr sz="3225" b="1">
                <a:solidFill>
                  <a:srgbClr val="F8F2FA"/>
                </a:solidFill>
                <a:latin typeface="Malgun Gothic"/>
                <a:ea typeface="Malgun Gothic"/>
                <a:cs typeface="Malgun Gothic"/>
              </a:defRPr>
            </a:lvl1pPr>
            <a:lvl2pPr algn="l">
              <a:defRPr sz="3225" b="1">
                <a:solidFill>
                  <a:srgbClr val="F8F2FA"/>
                </a:solidFill>
                <a:latin typeface="Malgun Gothic"/>
                <a:ea typeface="Malgun Gothic"/>
                <a:cs typeface="Malgun Gothic"/>
              </a:defRPr>
            </a:lvl2pPr>
            <a:lvl3pPr algn="l">
              <a:defRPr sz="3225" b="1">
                <a:solidFill>
                  <a:srgbClr val="F8F2FA"/>
                </a:solidFill>
                <a:latin typeface="Malgun Gothic"/>
                <a:ea typeface="Malgun Gothic"/>
                <a:cs typeface="Malgun Gothic"/>
              </a:defRPr>
            </a:lvl3pPr>
            <a:lvl4pPr algn="l">
              <a:defRPr sz="3225" b="1">
                <a:solidFill>
                  <a:srgbClr val="F8F2FA"/>
                </a:solidFill>
                <a:latin typeface="Malgun Gothic"/>
                <a:ea typeface="Malgun Gothic"/>
                <a:cs typeface="Malgun Gothic"/>
              </a:defRPr>
            </a:lvl4pPr>
            <a:lvl5pPr algn="l">
              <a:defRPr sz="3225" b="1">
                <a:solidFill>
                  <a:srgbClr val="F8F2FA"/>
                </a:solidFill>
                <a:latin typeface="Malgun Gothic"/>
                <a:ea typeface="Malgun Gothic"/>
                <a:cs typeface="Malgun Gothic"/>
              </a:defRPr>
            </a:lvl5pPr>
            <a:lvl6pPr algn="l">
              <a:defRPr sz="3225" b="1">
                <a:solidFill>
                  <a:srgbClr val="F8F2FA"/>
                </a:solidFill>
                <a:latin typeface="Malgun Gothic"/>
                <a:ea typeface="Malgun Gothic"/>
                <a:cs typeface="Malgun Gothic"/>
              </a:defRPr>
            </a:lvl6pPr>
            <a:lvl7pPr algn="l">
              <a:defRPr sz="3225" b="1">
                <a:solidFill>
                  <a:srgbClr val="F8F2FA"/>
                </a:solidFill>
                <a:latin typeface="Malgun Gothic"/>
                <a:ea typeface="Malgun Gothic"/>
                <a:cs typeface="Malgun Gothic"/>
              </a:defRPr>
            </a:lvl7pPr>
            <a:lvl8pPr algn="l">
              <a:defRPr sz="3225" b="1">
                <a:solidFill>
                  <a:srgbClr val="F8F2FA"/>
                </a:solidFill>
                <a:latin typeface="Malgun Gothic"/>
                <a:ea typeface="Malgun Gothic"/>
                <a:cs typeface="Malgun Gothic"/>
              </a:defRPr>
            </a:lvl8pPr>
            <a:lvl9pPr algn="l">
              <a:defRPr sz="3225" b="1">
                <a:solidFill>
                  <a:srgbClr val="F8F2FA"/>
                </a:solidFill>
                <a:latin typeface="Malgun Gothic"/>
                <a:ea typeface="Malgun Gothic"/>
                <a:cs typeface="Malgun Gothic"/>
              </a:defRPr>
            </a:lvl9pPr>
          </a:lstStyle>
          <a:p xmlns:a="http://schemas.openxmlformats.org/drawingml/2006/main">
            <a:pPr algn="l">
              <a:defRPr sz="3225" b="1">
                <a:solidFill>
                  <a:srgbClr val="F8F2FA"/>
                </a:solidFill>
                <a:latin typeface="Malgun Gothic"/>
                <a:ea typeface="Malgun Gothic"/>
                <a:cs typeface="Malgun Gothic"/>
              </a:defRPr>
            </a:pPr>
            <a:r>
              <a:rPr sz="3225" b="1">
                <a:solidFill>
                  <a:srgbClr val="F8F2FA"/>
                </a:solidFill>
                <a:latin typeface="Malgun Gothic"/>
                <a:ea typeface="Malgun Gothic"/>
                <a:cs typeface="Malgun Gothic"/>
              </a:rPr>
              <a:t>AI 설계 1. 게임 흐름 FSM</a:t>
            </a:r>
          </a:p>
        </p:txBody>
      </p:sp>
      <p:sp>
        <p:nvSpPr>
          <p:cNvPr id="13" name="05">
            <a:extLst xmlns:a="http://schemas.openxmlformats.org/drawingml/2006/main">
              <a:ext uri="{FF2B5EF4-FFF2-40B4-BE49-F238E27FC236}">
                <a16:creationId xmlns:a16="http://schemas.microsoft.com/office/drawing/2014/main" id="{5D9D4404-C560-4384-A249-FEC1BC2E8D16}"/>
              </a:ext>
            </a:extLst>
          </p:cNvPr>
          <p:cNvSpPr>
            <a:spLocks xmlns:a="http://schemas.openxmlformats.org/drawingml/2006/main" noGrp="1"/>
          </p:cNvSpPr>
          <p:nvPr/>
        </p:nvSpPr>
        <p:spPr>
          <a:xfrm xmlns:a="http://schemas.openxmlformats.org/drawingml/2006/main">
            <a:off x="10982325" y="6324600"/>
            <a:ext cx="590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BBAEC6"/>
                </a:solidFill>
                <a:latin typeface="Malgun Gothic"/>
                <a:ea typeface="Malgun Gothic"/>
                <a:cs typeface="Malgun Gothic"/>
              </a:defRPr>
            </a:defPPr>
            <a:lvl1pPr algn="r">
              <a:defRPr sz="1350" b="0">
                <a:solidFill>
                  <a:srgbClr val="BBAEC6"/>
                </a:solidFill>
                <a:latin typeface="Malgun Gothic"/>
                <a:ea typeface="Malgun Gothic"/>
                <a:cs typeface="Malgun Gothic"/>
              </a:defRPr>
            </a:lvl1pPr>
            <a:lvl2pPr algn="r">
              <a:defRPr sz="1350" b="0">
                <a:solidFill>
                  <a:srgbClr val="BBAEC6"/>
                </a:solidFill>
                <a:latin typeface="Malgun Gothic"/>
                <a:ea typeface="Malgun Gothic"/>
                <a:cs typeface="Malgun Gothic"/>
              </a:defRPr>
            </a:lvl2pPr>
            <a:lvl3pPr algn="r">
              <a:defRPr sz="1350" b="0">
                <a:solidFill>
                  <a:srgbClr val="BBAEC6"/>
                </a:solidFill>
                <a:latin typeface="Malgun Gothic"/>
                <a:ea typeface="Malgun Gothic"/>
                <a:cs typeface="Malgun Gothic"/>
              </a:defRPr>
            </a:lvl3pPr>
            <a:lvl4pPr algn="r">
              <a:defRPr sz="1350" b="0">
                <a:solidFill>
                  <a:srgbClr val="BBAEC6"/>
                </a:solidFill>
                <a:latin typeface="Malgun Gothic"/>
                <a:ea typeface="Malgun Gothic"/>
                <a:cs typeface="Malgun Gothic"/>
              </a:defRPr>
            </a:lvl4pPr>
            <a:lvl5pPr algn="r">
              <a:defRPr sz="1350" b="0">
                <a:solidFill>
                  <a:srgbClr val="BBAEC6"/>
                </a:solidFill>
                <a:latin typeface="Malgun Gothic"/>
                <a:ea typeface="Malgun Gothic"/>
                <a:cs typeface="Malgun Gothic"/>
              </a:defRPr>
            </a:lvl5pPr>
            <a:lvl6pPr algn="r">
              <a:defRPr sz="1350" b="0">
                <a:solidFill>
                  <a:srgbClr val="BBAEC6"/>
                </a:solidFill>
                <a:latin typeface="Malgun Gothic"/>
                <a:ea typeface="Malgun Gothic"/>
                <a:cs typeface="Malgun Gothic"/>
              </a:defRPr>
            </a:lvl6pPr>
            <a:lvl7pPr algn="r">
              <a:defRPr sz="1350" b="0">
                <a:solidFill>
                  <a:srgbClr val="BBAEC6"/>
                </a:solidFill>
                <a:latin typeface="Malgun Gothic"/>
                <a:ea typeface="Malgun Gothic"/>
                <a:cs typeface="Malgun Gothic"/>
              </a:defRPr>
            </a:lvl7pPr>
            <a:lvl8pPr algn="r">
              <a:defRPr sz="1350" b="0">
                <a:solidFill>
                  <a:srgbClr val="BBAEC6"/>
                </a:solidFill>
                <a:latin typeface="Malgun Gothic"/>
                <a:ea typeface="Malgun Gothic"/>
                <a:cs typeface="Malgun Gothic"/>
              </a:defRPr>
            </a:lvl8pPr>
            <a:lvl9pPr algn="r">
              <a:defRPr sz="1350" b="0">
                <a:solidFill>
                  <a:srgbClr val="BBAEC6"/>
                </a:solidFill>
                <a:latin typeface="Malgun Gothic"/>
                <a:ea typeface="Malgun Gothic"/>
                <a:cs typeface="Malgun Gothic"/>
              </a:defRPr>
            </a:lvl9pPr>
          </a:lstStyle>
          <a:p xmlns:a="http://schemas.openxmlformats.org/drawingml/2006/main">
            <a:pPr algn="r">
              <a:defRPr sz="1350" b="0">
                <a:solidFill>
                  <a:srgbClr val="BBAEC6"/>
                </a:solidFill>
                <a:latin typeface="Malgun Gothic"/>
                <a:ea typeface="Malgun Gothic"/>
                <a:cs typeface="Malgun Gothic"/>
              </a:defRPr>
            </a:pPr>
            <a:r>
              <a:rPr sz="1350" b="0">
                <a:solidFill>
                  <a:srgbClr val="BBAEC6"/>
                </a:solidFill>
                <a:latin typeface="Malgun Gothic"/>
                <a:ea typeface="Malgun Gothic"/>
                <a:cs typeface="Malgun Gothic"/>
              </a:rPr>
              <a:t>05</a:t>
            </a:r>
          </a:p>
        </p:txBody>
      </p:sp>
      <p:sp>
        <p:nvSpPr>
          <p:cNvPr id="14" name="상태마다 입력·타이머·결과 처리를 제한한다">
            <a:extLst xmlns:a="http://schemas.openxmlformats.org/drawingml/2006/main">
              <a:ext uri="{FF2B5EF4-FFF2-40B4-BE49-F238E27FC236}">
                <a16:creationId xmlns:a16="http://schemas.microsoft.com/office/drawing/2014/main" id="{906A2FEC-0CAE-40C5-BE02-97F3E9B1F366}"/>
              </a:ext>
            </a:extLst>
          </p:cNvPr>
          <p:cNvSpPr>
            <a:spLocks xmlns:a="http://schemas.openxmlformats.org/drawingml/2006/main" noGrp="1"/>
          </p:cNvSpPr>
          <p:nvPr/>
        </p:nvSpPr>
        <p:spPr>
          <a:xfrm xmlns:a="http://schemas.openxmlformats.org/drawingml/2006/main">
            <a:off x="609600" y="1133475"/>
            <a:ext cx="10763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BBAEC6"/>
                </a:solidFill>
                <a:latin typeface="Malgun Gothic"/>
                <a:ea typeface="Malgun Gothic"/>
                <a:cs typeface="Malgun Gothic"/>
              </a:defRPr>
            </a:defPPr>
            <a:lvl1pPr algn="l">
              <a:defRPr sz="1875" b="0">
                <a:solidFill>
                  <a:srgbClr val="BBAEC6"/>
                </a:solidFill>
                <a:latin typeface="Malgun Gothic"/>
                <a:ea typeface="Malgun Gothic"/>
                <a:cs typeface="Malgun Gothic"/>
              </a:defRPr>
            </a:lvl1pPr>
            <a:lvl2pPr algn="l">
              <a:defRPr sz="1875" b="0">
                <a:solidFill>
                  <a:srgbClr val="BBAEC6"/>
                </a:solidFill>
                <a:latin typeface="Malgun Gothic"/>
                <a:ea typeface="Malgun Gothic"/>
                <a:cs typeface="Malgun Gothic"/>
              </a:defRPr>
            </a:lvl2pPr>
            <a:lvl3pPr algn="l">
              <a:defRPr sz="1875" b="0">
                <a:solidFill>
                  <a:srgbClr val="BBAEC6"/>
                </a:solidFill>
                <a:latin typeface="Malgun Gothic"/>
                <a:ea typeface="Malgun Gothic"/>
                <a:cs typeface="Malgun Gothic"/>
              </a:defRPr>
            </a:lvl3pPr>
            <a:lvl4pPr algn="l">
              <a:defRPr sz="1875" b="0">
                <a:solidFill>
                  <a:srgbClr val="BBAEC6"/>
                </a:solidFill>
                <a:latin typeface="Malgun Gothic"/>
                <a:ea typeface="Malgun Gothic"/>
                <a:cs typeface="Malgun Gothic"/>
              </a:defRPr>
            </a:lvl4pPr>
            <a:lvl5pPr algn="l">
              <a:defRPr sz="1875" b="0">
                <a:solidFill>
                  <a:srgbClr val="BBAEC6"/>
                </a:solidFill>
                <a:latin typeface="Malgun Gothic"/>
                <a:ea typeface="Malgun Gothic"/>
                <a:cs typeface="Malgun Gothic"/>
              </a:defRPr>
            </a:lvl5pPr>
            <a:lvl6pPr algn="l">
              <a:defRPr sz="1875" b="0">
                <a:solidFill>
                  <a:srgbClr val="BBAEC6"/>
                </a:solidFill>
                <a:latin typeface="Malgun Gothic"/>
                <a:ea typeface="Malgun Gothic"/>
                <a:cs typeface="Malgun Gothic"/>
              </a:defRPr>
            </a:lvl6pPr>
            <a:lvl7pPr algn="l">
              <a:defRPr sz="1875" b="0">
                <a:solidFill>
                  <a:srgbClr val="BBAEC6"/>
                </a:solidFill>
                <a:latin typeface="Malgun Gothic"/>
                <a:ea typeface="Malgun Gothic"/>
                <a:cs typeface="Malgun Gothic"/>
              </a:defRPr>
            </a:lvl7pPr>
            <a:lvl8pPr algn="l">
              <a:defRPr sz="1875" b="0">
                <a:solidFill>
                  <a:srgbClr val="BBAEC6"/>
                </a:solidFill>
                <a:latin typeface="Malgun Gothic"/>
                <a:ea typeface="Malgun Gothic"/>
                <a:cs typeface="Malgun Gothic"/>
              </a:defRPr>
            </a:lvl8pPr>
            <a:lvl9pPr algn="l">
              <a:defRPr sz="1875" b="0">
                <a:solidFill>
                  <a:srgbClr val="BBAEC6"/>
                </a:solidFill>
                <a:latin typeface="Malgun Gothic"/>
                <a:ea typeface="Malgun Gothic"/>
                <a:cs typeface="Malgun Gothic"/>
              </a:defRPr>
            </a:lvl9pPr>
          </a:lstStyle>
          <a:p xmlns:a="http://schemas.openxmlformats.org/drawingml/2006/main">
            <a:pPr algn="l">
              <a:defRPr sz="1875" b="0">
                <a:solidFill>
                  <a:srgbClr val="BBAEC6"/>
                </a:solidFill>
                <a:latin typeface="Malgun Gothic"/>
                <a:ea typeface="Malgun Gothic"/>
                <a:cs typeface="Malgun Gothic"/>
              </a:defRPr>
            </a:pPr>
            <a:r>
              <a:rPr sz="1875" b="0">
                <a:solidFill>
                  <a:srgbClr val="BBAEC6"/>
                </a:solidFill>
                <a:latin typeface="Malgun Gothic"/>
                <a:ea typeface="Malgun Gothic"/>
                <a:cs typeface="Malgun Gothic"/>
              </a:rPr>
              <a:t>상태마다 입력·타이머·결과 처리를 제한한다</a:t>
            </a:r>
          </a:p>
        </p:txBody>
      </p:sp>
      <p:sp>
        <p:nvSpPr>
          <p:cNvPr id="15" name="">
            <a:extLst xmlns:a="http://schemas.openxmlformats.org/drawingml/2006/main">
              <a:ext uri="{FF2B5EF4-FFF2-40B4-BE49-F238E27FC236}">
                <a16:creationId xmlns:a16="http://schemas.microsoft.com/office/drawing/2014/main" id="{3A6CC29B-0158-432C-ACA6-E232526E73BA}"/>
              </a:ext>
            </a:extLst>
          </p:cNvPr>
          <p:cNvSpPr>
            <a:spLocks xmlns:a="http://schemas.openxmlformats.org/drawingml/2006/main" noGrp="1"/>
          </p:cNvSpPr>
          <p:nvPr/>
        </p:nvSpPr>
        <p:spPr>
          <a:xfrm xmlns:a="http://schemas.openxmlformats.org/drawingml/2006/main">
            <a:off x="609600" y="1714500"/>
            <a:ext cx="1524000" cy="514350"/>
          </a:xfrm>
          <a:prstGeom xmlns:a="http://schemas.openxmlformats.org/drawingml/2006/main" prst="rect">
            <a:avLst/>
          </a:prstGeom>
          <a:solidFill xmlns:a="http://schemas.openxmlformats.org/drawingml/2006/main">
            <a:srgbClr val="100E16"/>
          </a:solidFill>
          <a:ln xmlns:a="http://schemas.openxmlformats.org/drawingml/2006/main" w="19050">
            <a:solidFill>
              <a:srgbClr val="45364F"/>
            </a:solidFill>
          </a:ln>
        </p:spPr>
        <p:txBody>
          <a:bodyPr xmlns:a="http://schemas.openxmlformats.org/drawingml/2006/main" lIns="38100" tIns="38100" rIns="38100" bIns="38100" anchor="ctr"/>
          <a:lstStyle xmlns:a="http://schemas.openxmlformats.org/drawingml/2006/main">
            <a:defPPr algn="ctr">
              <a:defRPr sz="1650" b="1">
                <a:solidFill>
                  <a:srgbClr val="F8F2FA"/>
                </a:solidFill>
                <a:latin typeface="Malgun Gothic"/>
                <a:ea typeface="Malgun Gothic"/>
                <a:cs typeface="Malgun Gothic"/>
              </a:defRPr>
            </a:defPPr>
            <a:lvl1pPr algn="ctr">
              <a:defRPr sz="1650" b="1">
                <a:solidFill>
                  <a:srgbClr val="F8F2FA"/>
                </a:solidFill>
                <a:latin typeface="Malgun Gothic"/>
                <a:ea typeface="Malgun Gothic"/>
                <a:cs typeface="Malgun Gothic"/>
              </a:defRPr>
            </a:lvl1pPr>
            <a:lvl2pPr algn="ctr">
              <a:defRPr sz="1650" b="1">
                <a:solidFill>
                  <a:srgbClr val="F8F2FA"/>
                </a:solidFill>
                <a:latin typeface="Malgun Gothic"/>
                <a:ea typeface="Malgun Gothic"/>
                <a:cs typeface="Malgun Gothic"/>
              </a:defRPr>
            </a:lvl2pPr>
            <a:lvl3pPr algn="ctr">
              <a:defRPr sz="1650" b="1">
                <a:solidFill>
                  <a:srgbClr val="F8F2FA"/>
                </a:solidFill>
                <a:latin typeface="Malgun Gothic"/>
                <a:ea typeface="Malgun Gothic"/>
                <a:cs typeface="Malgun Gothic"/>
              </a:defRPr>
            </a:lvl3pPr>
            <a:lvl4pPr algn="ctr">
              <a:defRPr sz="1650" b="1">
                <a:solidFill>
                  <a:srgbClr val="F8F2FA"/>
                </a:solidFill>
                <a:latin typeface="Malgun Gothic"/>
                <a:ea typeface="Malgun Gothic"/>
                <a:cs typeface="Malgun Gothic"/>
              </a:defRPr>
            </a:lvl4pPr>
            <a:lvl5pPr algn="ctr">
              <a:defRPr sz="1650" b="1">
                <a:solidFill>
                  <a:srgbClr val="F8F2FA"/>
                </a:solidFill>
                <a:latin typeface="Malgun Gothic"/>
                <a:ea typeface="Malgun Gothic"/>
                <a:cs typeface="Malgun Gothic"/>
              </a:defRPr>
            </a:lvl5pPr>
            <a:lvl6pPr algn="ctr">
              <a:defRPr sz="1650" b="1">
                <a:solidFill>
                  <a:srgbClr val="F8F2FA"/>
                </a:solidFill>
                <a:latin typeface="Malgun Gothic"/>
                <a:ea typeface="Malgun Gothic"/>
                <a:cs typeface="Malgun Gothic"/>
              </a:defRPr>
            </a:lvl6pPr>
            <a:lvl7pPr algn="ctr">
              <a:defRPr sz="1650" b="1">
                <a:solidFill>
                  <a:srgbClr val="F8F2FA"/>
                </a:solidFill>
                <a:latin typeface="Malgun Gothic"/>
                <a:ea typeface="Malgun Gothic"/>
                <a:cs typeface="Malgun Gothic"/>
              </a:defRPr>
            </a:lvl7pPr>
            <a:lvl8pPr algn="ctr">
              <a:defRPr sz="1650" b="1">
                <a:solidFill>
                  <a:srgbClr val="F8F2FA"/>
                </a:solidFill>
                <a:latin typeface="Malgun Gothic"/>
                <a:ea typeface="Malgun Gothic"/>
                <a:cs typeface="Malgun Gothic"/>
              </a:defRPr>
            </a:lvl8pPr>
            <a:lvl9pPr algn="ctr">
              <a:defRPr sz="1650" b="1">
                <a:solidFill>
                  <a:srgbClr val="F8F2FA"/>
                </a:solidFill>
                <a:latin typeface="Malgun Gothic"/>
                <a:ea typeface="Malgun Gothic"/>
                <a:cs typeface="Malgun Gothic"/>
              </a:defRPr>
            </a:lvl9pPr>
          </a:lstStyle>
          <a:p xmlns:a="http://schemas.openxmlformats.org/drawingml/2006/main">
            <a:pPr algn="ctr">
              <a:defRPr sz="1650" b="1">
                <a:solidFill>
                  <a:srgbClr val="F8F2FA"/>
                </a:solidFill>
                <a:latin typeface="Malgun Gothic"/>
                <a:ea typeface="Malgun Gothic"/>
                <a:cs typeface="Malgun Gothic"/>
              </a:defRPr>
            </a:pPr>
            <a:r>
              <a:rPr sz="1650" b="1">
                <a:solidFill>
                  <a:srgbClr val="F8F2FA"/>
                </a:solidFill>
                <a:latin typeface="Malgun Gothic"/>
                <a:ea typeface="Malgun Gothic"/>
                <a:cs typeface="Malgun Gothic"/>
              </a:rPr>
              <a:t>Title</a:t>
            </a:r>
          </a:p>
        </p:txBody>
      </p:sp>
      <p:sp>
        <p:nvSpPr>
          <p:cNvPr id="16" name="">
            <a:extLst xmlns:a="http://schemas.openxmlformats.org/drawingml/2006/main">
              <a:ext uri="{FF2B5EF4-FFF2-40B4-BE49-F238E27FC236}">
                <a16:creationId xmlns:a16="http://schemas.microsoft.com/office/drawing/2014/main" id="{101FE209-7B67-4528-BC25-C400BFDAEAC0}"/>
              </a:ext>
            </a:extLst>
          </p:cNvPr>
          <p:cNvSpPr>
            <a:spLocks xmlns:a="http://schemas.openxmlformats.org/drawingml/2006/main" noGrp="1"/>
          </p:cNvSpPr>
          <p:nvPr/>
        </p:nvSpPr>
        <p:spPr>
          <a:xfrm xmlns:a="http://schemas.openxmlformats.org/drawingml/2006/main">
            <a:off x="2876550" y="1714500"/>
            <a:ext cx="1524000" cy="514350"/>
          </a:xfrm>
          <a:prstGeom xmlns:a="http://schemas.openxmlformats.org/drawingml/2006/main" prst="rect">
            <a:avLst/>
          </a:prstGeom>
          <a:solidFill xmlns:a="http://schemas.openxmlformats.org/drawingml/2006/main">
            <a:srgbClr val="100E16"/>
          </a:solidFill>
          <a:ln xmlns:a="http://schemas.openxmlformats.org/drawingml/2006/main" w="19050">
            <a:solidFill>
              <a:srgbClr val="45364F"/>
            </a:solidFill>
          </a:ln>
        </p:spPr>
        <p:txBody>
          <a:bodyPr xmlns:a="http://schemas.openxmlformats.org/drawingml/2006/main" lIns="38100" tIns="38100" rIns="38100" bIns="38100" anchor="ctr"/>
          <a:lstStyle xmlns:a="http://schemas.openxmlformats.org/drawingml/2006/main">
            <a:defPPr algn="ctr">
              <a:defRPr sz="1650" b="1">
                <a:solidFill>
                  <a:srgbClr val="F8F2FA"/>
                </a:solidFill>
                <a:latin typeface="Malgun Gothic"/>
                <a:ea typeface="Malgun Gothic"/>
                <a:cs typeface="Malgun Gothic"/>
              </a:defRPr>
            </a:defPPr>
            <a:lvl1pPr algn="ctr">
              <a:defRPr sz="1650" b="1">
                <a:solidFill>
                  <a:srgbClr val="F8F2FA"/>
                </a:solidFill>
                <a:latin typeface="Malgun Gothic"/>
                <a:ea typeface="Malgun Gothic"/>
                <a:cs typeface="Malgun Gothic"/>
              </a:defRPr>
            </a:lvl1pPr>
            <a:lvl2pPr algn="ctr">
              <a:defRPr sz="1650" b="1">
                <a:solidFill>
                  <a:srgbClr val="F8F2FA"/>
                </a:solidFill>
                <a:latin typeface="Malgun Gothic"/>
                <a:ea typeface="Malgun Gothic"/>
                <a:cs typeface="Malgun Gothic"/>
              </a:defRPr>
            </a:lvl2pPr>
            <a:lvl3pPr algn="ctr">
              <a:defRPr sz="1650" b="1">
                <a:solidFill>
                  <a:srgbClr val="F8F2FA"/>
                </a:solidFill>
                <a:latin typeface="Malgun Gothic"/>
                <a:ea typeface="Malgun Gothic"/>
                <a:cs typeface="Malgun Gothic"/>
              </a:defRPr>
            </a:lvl3pPr>
            <a:lvl4pPr algn="ctr">
              <a:defRPr sz="1650" b="1">
                <a:solidFill>
                  <a:srgbClr val="F8F2FA"/>
                </a:solidFill>
                <a:latin typeface="Malgun Gothic"/>
                <a:ea typeface="Malgun Gothic"/>
                <a:cs typeface="Malgun Gothic"/>
              </a:defRPr>
            </a:lvl4pPr>
            <a:lvl5pPr algn="ctr">
              <a:defRPr sz="1650" b="1">
                <a:solidFill>
                  <a:srgbClr val="F8F2FA"/>
                </a:solidFill>
                <a:latin typeface="Malgun Gothic"/>
                <a:ea typeface="Malgun Gothic"/>
                <a:cs typeface="Malgun Gothic"/>
              </a:defRPr>
            </a:lvl5pPr>
            <a:lvl6pPr algn="ctr">
              <a:defRPr sz="1650" b="1">
                <a:solidFill>
                  <a:srgbClr val="F8F2FA"/>
                </a:solidFill>
                <a:latin typeface="Malgun Gothic"/>
                <a:ea typeface="Malgun Gothic"/>
                <a:cs typeface="Malgun Gothic"/>
              </a:defRPr>
            </a:lvl6pPr>
            <a:lvl7pPr algn="ctr">
              <a:defRPr sz="1650" b="1">
                <a:solidFill>
                  <a:srgbClr val="F8F2FA"/>
                </a:solidFill>
                <a:latin typeface="Malgun Gothic"/>
                <a:ea typeface="Malgun Gothic"/>
                <a:cs typeface="Malgun Gothic"/>
              </a:defRPr>
            </a:lvl7pPr>
            <a:lvl8pPr algn="ctr">
              <a:defRPr sz="1650" b="1">
                <a:solidFill>
                  <a:srgbClr val="F8F2FA"/>
                </a:solidFill>
                <a:latin typeface="Malgun Gothic"/>
                <a:ea typeface="Malgun Gothic"/>
                <a:cs typeface="Malgun Gothic"/>
              </a:defRPr>
            </a:lvl8pPr>
            <a:lvl9pPr algn="ctr">
              <a:defRPr sz="1650" b="1">
                <a:solidFill>
                  <a:srgbClr val="F8F2FA"/>
                </a:solidFill>
                <a:latin typeface="Malgun Gothic"/>
                <a:ea typeface="Malgun Gothic"/>
                <a:cs typeface="Malgun Gothic"/>
              </a:defRPr>
            </a:lvl9pPr>
          </a:lstStyle>
          <a:p xmlns:a="http://schemas.openxmlformats.org/drawingml/2006/main">
            <a:pPr algn="ctr">
              <a:defRPr sz="1650" b="1">
                <a:solidFill>
                  <a:srgbClr val="F8F2FA"/>
                </a:solidFill>
                <a:latin typeface="Malgun Gothic"/>
                <a:ea typeface="Malgun Gothic"/>
                <a:cs typeface="Malgun Gothic"/>
              </a:defRPr>
            </a:pPr>
            <a:r>
              <a:rPr sz="1650" b="1">
                <a:solidFill>
                  <a:srgbClr val="F8F2FA"/>
                </a:solidFill>
                <a:latin typeface="Malgun Gothic"/>
                <a:ea typeface="Malgun Gothic"/>
                <a:cs typeface="Malgun Gothic"/>
              </a:rPr>
              <a:t>Ready</a:t>
            </a:r>
          </a:p>
        </p:txBody>
      </p:sp>
      <p:sp>
        <p:nvSpPr>
          <p:cNvPr id="17" name="">
            <a:extLst xmlns:a="http://schemas.openxmlformats.org/drawingml/2006/main">
              <a:ext uri="{FF2B5EF4-FFF2-40B4-BE49-F238E27FC236}">
                <a16:creationId xmlns:a16="http://schemas.microsoft.com/office/drawing/2014/main" id="{FFDD7212-72C4-4CAD-9BFC-92CCD3714989}"/>
              </a:ext>
            </a:extLst>
          </p:cNvPr>
          <p:cNvSpPr>
            <a:spLocks xmlns:a="http://schemas.openxmlformats.org/drawingml/2006/main" noGrp="1"/>
          </p:cNvSpPr>
          <p:nvPr/>
        </p:nvSpPr>
        <p:spPr>
          <a:xfrm xmlns:a="http://schemas.openxmlformats.org/drawingml/2006/main">
            <a:off x="5143500" y="1714500"/>
            <a:ext cx="1524000" cy="514350"/>
          </a:xfrm>
          <a:prstGeom xmlns:a="http://schemas.openxmlformats.org/drawingml/2006/main" prst="rect">
            <a:avLst/>
          </a:prstGeom>
          <a:solidFill xmlns:a="http://schemas.openxmlformats.org/drawingml/2006/main">
            <a:srgbClr val="100E16"/>
          </a:solidFill>
          <a:ln xmlns:a="http://schemas.openxmlformats.org/drawingml/2006/main" w="19050">
            <a:solidFill>
              <a:srgbClr val="FF4B9B"/>
            </a:solidFill>
          </a:ln>
        </p:spPr>
        <p:txBody>
          <a:bodyPr xmlns:a="http://schemas.openxmlformats.org/drawingml/2006/main" lIns="38100" tIns="38100" rIns="38100" bIns="38100" anchor="ctr"/>
          <a:lstStyle xmlns:a="http://schemas.openxmlformats.org/drawingml/2006/main">
            <a:defPPr algn="ctr">
              <a:defRPr sz="1650" b="1">
                <a:solidFill>
                  <a:srgbClr val="FF4B9B"/>
                </a:solidFill>
                <a:latin typeface="Malgun Gothic"/>
                <a:ea typeface="Malgun Gothic"/>
                <a:cs typeface="Malgun Gothic"/>
              </a:defRPr>
            </a:defPPr>
            <a:lvl1pPr algn="ctr">
              <a:defRPr sz="1650" b="1">
                <a:solidFill>
                  <a:srgbClr val="FF4B9B"/>
                </a:solidFill>
                <a:latin typeface="Malgun Gothic"/>
                <a:ea typeface="Malgun Gothic"/>
                <a:cs typeface="Malgun Gothic"/>
              </a:defRPr>
            </a:lvl1pPr>
            <a:lvl2pPr algn="ctr">
              <a:defRPr sz="1650" b="1">
                <a:solidFill>
                  <a:srgbClr val="FF4B9B"/>
                </a:solidFill>
                <a:latin typeface="Malgun Gothic"/>
                <a:ea typeface="Malgun Gothic"/>
                <a:cs typeface="Malgun Gothic"/>
              </a:defRPr>
            </a:lvl2pPr>
            <a:lvl3pPr algn="ctr">
              <a:defRPr sz="1650" b="1">
                <a:solidFill>
                  <a:srgbClr val="FF4B9B"/>
                </a:solidFill>
                <a:latin typeface="Malgun Gothic"/>
                <a:ea typeface="Malgun Gothic"/>
                <a:cs typeface="Malgun Gothic"/>
              </a:defRPr>
            </a:lvl3pPr>
            <a:lvl4pPr algn="ctr">
              <a:defRPr sz="1650" b="1">
                <a:solidFill>
                  <a:srgbClr val="FF4B9B"/>
                </a:solidFill>
                <a:latin typeface="Malgun Gothic"/>
                <a:ea typeface="Malgun Gothic"/>
                <a:cs typeface="Malgun Gothic"/>
              </a:defRPr>
            </a:lvl4pPr>
            <a:lvl5pPr algn="ctr">
              <a:defRPr sz="1650" b="1">
                <a:solidFill>
                  <a:srgbClr val="FF4B9B"/>
                </a:solidFill>
                <a:latin typeface="Malgun Gothic"/>
                <a:ea typeface="Malgun Gothic"/>
                <a:cs typeface="Malgun Gothic"/>
              </a:defRPr>
            </a:lvl5pPr>
            <a:lvl6pPr algn="ctr">
              <a:defRPr sz="1650" b="1">
                <a:solidFill>
                  <a:srgbClr val="FF4B9B"/>
                </a:solidFill>
                <a:latin typeface="Malgun Gothic"/>
                <a:ea typeface="Malgun Gothic"/>
                <a:cs typeface="Malgun Gothic"/>
              </a:defRPr>
            </a:lvl6pPr>
            <a:lvl7pPr algn="ctr">
              <a:defRPr sz="1650" b="1">
                <a:solidFill>
                  <a:srgbClr val="FF4B9B"/>
                </a:solidFill>
                <a:latin typeface="Malgun Gothic"/>
                <a:ea typeface="Malgun Gothic"/>
                <a:cs typeface="Malgun Gothic"/>
              </a:defRPr>
            </a:lvl7pPr>
            <a:lvl8pPr algn="ctr">
              <a:defRPr sz="1650" b="1">
                <a:solidFill>
                  <a:srgbClr val="FF4B9B"/>
                </a:solidFill>
                <a:latin typeface="Malgun Gothic"/>
                <a:ea typeface="Malgun Gothic"/>
                <a:cs typeface="Malgun Gothic"/>
              </a:defRPr>
            </a:lvl8pPr>
            <a:lvl9pPr algn="ctr">
              <a:defRPr sz="1650" b="1">
                <a:solidFill>
                  <a:srgbClr val="FF4B9B"/>
                </a:solidFill>
                <a:latin typeface="Malgun Gothic"/>
                <a:ea typeface="Malgun Gothic"/>
                <a:cs typeface="Malgun Gothic"/>
              </a:defRPr>
            </a:lvl9pPr>
          </a:lstStyle>
          <a:p xmlns:a="http://schemas.openxmlformats.org/drawingml/2006/main">
            <a:pPr algn="ctr">
              <a:defRPr sz="1650" b="1">
                <a:solidFill>
                  <a:srgbClr val="FF4B9B"/>
                </a:solidFill>
                <a:latin typeface="Malgun Gothic"/>
                <a:ea typeface="Malgun Gothic"/>
                <a:cs typeface="Malgun Gothic"/>
              </a:defRPr>
            </a:pPr>
            <a:r>
              <a:rPr sz="1650" b="1">
                <a:solidFill>
                  <a:srgbClr val="FF4B9B"/>
                </a:solidFill>
                <a:latin typeface="Malgun Gothic"/>
                <a:ea typeface="Malgun Gothic"/>
                <a:cs typeface="Malgun Gothic"/>
              </a:rPr>
              <a:t>Playing</a:t>
            </a:r>
          </a:p>
        </p:txBody>
      </p:sp>
      <p:sp>
        <p:nvSpPr>
          <p:cNvPr id="18" name="">
            <a:extLst xmlns:a="http://schemas.openxmlformats.org/drawingml/2006/main">
              <a:ext uri="{FF2B5EF4-FFF2-40B4-BE49-F238E27FC236}">
                <a16:creationId xmlns:a16="http://schemas.microsoft.com/office/drawing/2014/main" id="{82277A1F-1AF2-41C7-B6E6-2B45B6F5C816}"/>
              </a:ext>
            </a:extLst>
          </p:cNvPr>
          <p:cNvSpPr>
            <a:spLocks xmlns:a="http://schemas.openxmlformats.org/drawingml/2006/main" noGrp="1"/>
          </p:cNvSpPr>
          <p:nvPr/>
        </p:nvSpPr>
        <p:spPr>
          <a:xfrm xmlns:a="http://schemas.openxmlformats.org/drawingml/2006/main">
            <a:off x="7410450" y="1714500"/>
            <a:ext cx="1524000" cy="514350"/>
          </a:xfrm>
          <a:prstGeom xmlns:a="http://schemas.openxmlformats.org/drawingml/2006/main" prst="rect">
            <a:avLst/>
          </a:prstGeom>
          <a:solidFill xmlns:a="http://schemas.openxmlformats.org/drawingml/2006/main">
            <a:srgbClr val="100E16"/>
          </a:solidFill>
          <a:ln xmlns:a="http://schemas.openxmlformats.org/drawingml/2006/main" w="19050">
            <a:solidFill>
              <a:srgbClr val="45364F"/>
            </a:solidFill>
          </a:ln>
        </p:spPr>
        <p:txBody>
          <a:bodyPr xmlns:a="http://schemas.openxmlformats.org/drawingml/2006/main" lIns="38100" tIns="38100" rIns="38100" bIns="38100" anchor="ctr"/>
          <a:lstStyle xmlns:a="http://schemas.openxmlformats.org/drawingml/2006/main">
            <a:defPPr algn="ctr">
              <a:defRPr sz="1650" b="1">
                <a:solidFill>
                  <a:srgbClr val="F8F2FA"/>
                </a:solidFill>
                <a:latin typeface="Malgun Gothic"/>
                <a:ea typeface="Malgun Gothic"/>
                <a:cs typeface="Malgun Gothic"/>
              </a:defRPr>
            </a:defPPr>
            <a:lvl1pPr algn="ctr">
              <a:defRPr sz="1650" b="1">
                <a:solidFill>
                  <a:srgbClr val="F8F2FA"/>
                </a:solidFill>
                <a:latin typeface="Malgun Gothic"/>
                <a:ea typeface="Malgun Gothic"/>
                <a:cs typeface="Malgun Gothic"/>
              </a:defRPr>
            </a:lvl1pPr>
            <a:lvl2pPr algn="ctr">
              <a:defRPr sz="1650" b="1">
                <a:solidFill>
                  <a:srgbClr val="F8F2FA"/>
                </a:solidFill>
                <a:latin typeface="Malgun Gothic"/>
                <a:ea typeface="Malgun Gothic"/>
                <a:cs typeface="Malgun Gothic"/>
              </a:defRPr>
            </a:lvl2pPr>
            <a:lvl3pPr algn="ctr">
              <a:defRPr sz="1650" b="1">
                <a:solidFill>
                  <a:srgbClr val="F8F2FA"/>
                </a:solidFill>
                <a:latin typeface="Malgun Gothic"/>
                <a:ea typeface="Malgun Gothic"/>
                <a:cs typeface="Malgun Gothic"/>
              </a:defRPr>
            </a:lvl3pPr>
            <a:lvl4pPr algn="ctr">
              <a:defRPr sz="1650" b="1">
                <a:solidFill>
                  <a:srgbClr val="F8F2FA"/>
                </a:solidFill>
                <a:latin typeface="Malgun Gothic"/>
                <a:ea typeface="Malgun Gothic"/>
                <a:cs typeface="Malgun Gothic"/>
              </a:defRPr>
            </a:lvl4pPr>
            <a:lvl5pPr algn="ctr">
              <a:defRPr sz="1650" b="1">
                <a:solidFill>
                  <a:srgbClr val="F8F2FA"/>
                </a:solidFill>
                <a:latin typeface="Malgun Gothic"/>
                <a:ea typeface="Malgun Gothic"/>
                <a:cs typeface="Malgun Gothic"/>
              </a:defRPr>
            </a:lvl5pPr>
            <a:lvl6pPr algn="ctr">
              <a:defRPr sz="1650" b="1">
                <a:solidFill>
                  <a:srgbClr val="F8F2FA"/>
                </a:solidFill>
                <a:latin typeface="Malgun Gothic"/>
                <a:ea typeface="Malgun Gothic"/>
                <a:cs typeface="Malgun Gothic"/>
              </a:defRPr>
            </a:lvl6pPr>
            <a:lvl7pPr algn="ctr">
              <a:defRPr sz="1650" b="1">
                <a:solidFill>
                  <a:srgbClr val="F8F2FA"/>
                </a:solidFill>
                <a:latin typeface="Malgun Gothic"/>
                <a:ea typeface="Malgun Gothic"/>
                <a:cs typeface="Malgun Gothic"/>
              </a:defRPr>
            </a:lvl7pPr>
            <a:lvl8pPr algn="ctr">
              <a:defRPr sz="1650" b="1">
                <a:solidFill>
                  <a:srgbClr val="F8F2FA"/>
                </a:solidFill>
                <a:latin typeface="Malgun Gothic"/>
                <a:ea typeface="Malgun Gothic"/>
                <a:cs typeface="Malgun Gothic"/>
              </a:defRPr>
            </a:lvl8pPr>
            <a:lvl9pPr algn="ctr">
              <a:defRPr sz="1650" b="1">
                <a:solidFill>
                  <a:srgbClr val="F8F2FA"/>
                </a:solidFill>
                <a:latin typeface="Malgun Gothic"/>
                <a:ea typeface="Malgun Gothic"/>
                <a:cs typeface="Malgun Gothic"/>
              </a:defRPr>
            </a:lvl9pPr>
          </a:lstStyle>
          <a:p xmlns:a="http://schemas.openxmlformats.org/drawingml/2006/main">
            <a:pPr algn="ctr">
              <a:defRPr sz="1650" b="1">
                <a:solidFill>
                  <a:srgbClr val="F8F2FA"/>
                </a:solidFill>
                <a:latin typeface="Malgun Gothic"/>
                <a:ea typeface="Malgun Gothic"/>
                <a:cs typeface="Malgun Gothic"/>
              </a:defRPr>
            </a:pPr>
            <a:r>
              <a:rPr sz="1650" b="1">
                <a:solidFill>
                  <a:srgbClr val="F8F2FA"/>
                </a:solidFill>
                <a:latin typeface="Malgun Gothic"/>
                <a:ea typeface="Malgun Gothic"/>
                <a:cs typeface="Malgun Gothic"/>
              </a:rPr>
              <a:t>Dying</a:t>
            </a:r>
          </a:p>
        </p:txBody>
      </p:sp>
      <p:sp>
        <p:nvSpPr>
          <p:cNvPr id="19" name="">
            <a:extLst xmlns:a="http://schemas.openxmlformats.org/drawingml/2006/main">
              <a:ext uri="{FF2B5EF4-FFF2-40B4-BE49-F238E27FC236}">
                <a16:creationId xmlns:a16="http://schemas.microsoft.com/office/drawing/2014/main" id="{16C940A3-C36C-4779-ACBF-B74C4F5E478D}"/>
              </a:ext>
            </a:extLst>
          </p:cNvPr>
          <p:cNvSpPr>
            <a:spLocks xmlns:a="http://schemas.openxmlformats.org/drawingml/2006/main" noGrp="1"/>
          </p:cNvSpPr>
          <p:nvPr/>
        </p:nvSpPr>
        <p:spPr>
          <a:xfrm xmlns:a="http://schemas.openxmlformats.org/drawingml/2006/main">
            <a:off x="9677400" y="1714500"/>
            <a:ext cx="1524000" cy="514350"/>
          </a:xfrm>
          <a:prstGeom xmlns:a="http://schemas.openxmlformats.org/drawingml/2006/main" prst="rect">
            <a:avLst/>
          </a:prstGeom>
          <a:solidFill xmlns:a="http://schemas.openxmlformats.org/drawingml/2006/main">
            <a:srgbClr val="100E16"/>
          </a:solidFill>
          <a:ln xmlns:a="http://schemas.openxmlformats.org/drawingml/2006/main" w="19050">
            <a:solidFill>
              <a:srgbClr val="45364F"/>
            </a:solidFill>
          </a:ln>
        </p:spPr>
        <p:txBody>
          <a:bodyPr xmlns:a="http://schemas.openxmlformats.org/drawingml/2006/main" lIns="38100" tIns="38100" rIns="38100" bIns="38100" anchor="ctr"/>
          <a:lstStyle xmlns:a="http://schemas.openxmlformats.org/drawingml/2006/main">
            <a:defPPr algn="ctr">
              <a:defRPr sz="1650" b="1">
                <a:solidFill>
                  <a:srgbClr val="F8F2FA"/>
                </a:solidFill>
                <a:latin typeface="Malgun Gothic"/>
                <a:ea typeface="Malgun Gothic"/>
                <a:cs typeface="Malgun Gothic"/>
              </a:defRPr>
            </a:defPPr>
            <a:lvl1pPr algn="ctr">
              <a:defRPr sz="1650" b="1">
                <a:solidFill>
                  <a:srgbClr val="F8F2FA"/>
                </a:solidFill>
                <a:latin typeface="Malgun Gothic"/>
                <a:ea typeface="Malgun Gothic"/>
                <a:cs typeface="Malgun Gothic"/>
              </a:defRPr>
            </a:lvl1pPr>
            <a:lvl2pPr algn="ctr">
              <a:defRPr sz="1650" b="1">
                <a:solidFill>
                  <a:srgbClr val="F8F2FA"/>
                </a:solidFill>
                <a:latin typeface="Malgun Gothic"/>
                <a:ea typeface="Malgun Gothic"/>
                <a:cs typeface="Malgun Gothic"/>
              </a:defRPr>
            </a:lvl2pPr>
            <a:lvl3pPr algn="ctr">
              <a:defRPr sz="1650" b="1">
                <a:solidFill>
                  <a:srgbClr val="F8F2FA"/>
                </a:solidFill>
                <a:latin typeface="Malgun Gothic"/>
                <a:ea typeface="Malgun Gothic"/>
                <a:cs typeface="Malgun Gothic"/>
              </a:defRPr>
            </a:lvl3pPr>
            <a:lvl4pPr algn="ctr">
              <a:defRPr sz="1650" b="1">
                <a:solidFill>
                  <a:srgbClr val="F8F2FA"/>
                </a:solidFill>
                <a:latin typeface="Malgun Gothic"/>
                <a:ea typeface="Malgun Gothic"/>
                <a:cs typeface="Malgun Gothic"/>
              </a:defRPr>
            </a:lvl4pPr>
            <a:lvl5pPr algn="ctr">
              <a:defRPr sz="1650" b="1">
                <a:solidFill>
                  <a:srgbClr val="F8F2FA"/>
                </a:solidFill>
                <a:latin typeface="Malgun Gothic"/>
                <a:ea typeface="Malgun Gothic"/>
                <a:cs typeface="Malgun Gothic"/>
              </a:defRPr>
            </a:lvl5pPr>
            <a:lvl6pPr algn="ctr">
              <a:defRPr sz="1650" b="1">
                <a:solidFill>
                  <a:srgbClr val="F8F2FA"/>
                </a:solidFill>
                <a:latin typeface="Malgun Gothic"/>
                <a:ea typeface="Malgun Gothic"/>
                <a:cs typeface="Malgun Gothic"/>
              </a:defRPr>
            </a:lvl6pPr>
            <a:lvl7pPr algn="ctr">
              <a:defRPr sz="1650" b="1">
                <a:solidFill>
                  <a:srgbClr val="F8F2FA"/>
                </a:solidFill>
                <a:latin typeface="Malgun Gothic"/>
                <a:ea typeface="Malgun Gothic"/>
                <a:cs typeface="Malgun Gothic"/>
              </a:defRPr>
            </a:lvl7pPr>
            <a:lvl8pPr algn="ctr">
              <a:defRPr sz="1650" b="1">
                <a:solidFill>
                  <a:srgbClr val="F8F2FA"/>
                </a:solidFill>
                <a:latin typeface="Malgun Gothic"/>
                <a:ea typeface="Malgun Gothic"/>
                <a:cs typeface="Malgun Gothic"/>
              </a:defRPr>
            </a:lvl8pPr>
            <a:lvl9pPr algn="ctr">
              <a:defRPr sz="1650" b="1">
                <a:solidFill>
                  <a:srgbClr val="F8F2FA"/>
                </a:solidFill>
                <a:latin typeface="Malgun Gothic"/>
                <a:ea typeface="Malgun Gothic"/>
                <a:cs typeface="Malgun Gothic"/>
              </a:defRPr>
            </a:lvl9pPr>
          </a:lstStyle>
          <a:p xmlns:a="http://schemas.openxmlformats.org/drawingml/2006/main">
            <a:pPr algn="ctr">
              <a:defRPr sz="1650" b="1">
                <a:solidFill>
                  <a:srgbClr val="F8F2FA"/>
                </a:solidFill>
                <a:latin typeface="Malgun Gothic"/>
                <a:ea typeface="Malgun Gothic"/>
                <a:cs typeface="Malgun Gothic"/>
              </a:defRPr>
            </a:pPr>
            <a:r>
              <a:rPr sz="1650" b="1">
                <a:solidFill>
                  <a:srgbClr val="F8F2FA"/>
                </a:solidFill>
                <a:latin typeface="Malgun Gothic"/>
                <a:ea typeface="Malgun Gothic"/>
                <a:cs typeface="Malgun Gothic"/>
              </a:rPr>
              <a:t>GameOver</a:t>
            </a:r>
          </a:p>
        </p:txBody>
      </p:sp>
      <p:sp>
        <p:nvSpPr>
          <p:cNvPr id="20" name="">
            <a:extLst xmlns:a="http://schemas.openxmlformats.org/drawingml/2006/main">
              <a:ext uri="{FF2B5EF4-FFF2-40B4-BE49-F238E27FC236}">
                <a16:creationId xmlns:a16="http://schemas.microsoft.com/office/drawing/2014/main" id="{1FCC7261-4A01-41E5-AD53-8AE298E1127F}"/>
              </a:ext>
            </a:extLst>
          </p:cNvPr>
          <p:cNvSpPr>
            <a:spLocks xmlns:a="http://schemas.openxmlformats.org/drawingml/2006/main" noGrp="1"/>
          </p:cNvSpPr>
          <p:nvPr/>
        </p:nvSpPr>
        <p:spPr>
          <a:xfrm xmlns:a="http://schemas.openxmlformats.org/drawingml/2006/main">
            <a:off x="609600" y="2762250"/>
            <a:ext cx="1524000" cy="514350"/>
          </a:xfrm>
          <a:prstGeom xmlns:a="http://schemas.openxmlformats.org/drawingml/2006/main" prst="rect">
            <a:avLst/>
          </a:prstGeom>
          <a:solidFill xmlns:a="http://schemas.openxmlformats.org/drawingml/2006/main">
            <a:srgbClr val="100E16"/>
          </a:solidFill>
          <a:ln xmlns:a="http://schemas.openxmlformats.org/drawingml/2006/main" w="19050">
            <a:solidFill>
              <a:srgbClr val="45364F"/>
            </a:solidFill>
          </a:ln>
        </p:spPr>
        <p:txBody>
          <a:bodyPr xmlns:a="http://schemas.openxmlformats.org/drawingml/2006/main" lIns="38100" tIns="38100" rIns="38100" bIns="38100" anchor="ctr"/>
          <a:lstStyle xmlns:a="http://schemas.openxmlformats.org/drawingml/2006/main">
            <a:defPPr algn="ctr">
              <a:defRPr sz="1650" b="1">
                <a:solidFill>
                  <a:srgbClr val="F8F2FA"/>
                </a:solidFill>
                <a:latin typeface="Malgun Gothic"/>
                <a:ea typeface="Malgun Gothic"/>
                <a:cs typeface="Malgun Gothic"/>
              </a:defRPr>
            </a:defPPr>
            <a:lvl1pPr algn="ctr">
              <a:defRPr sz="1650" b="1">
                <a:solidFill>
                  <a:srgbClr val="F8F2FA"/>
                </a:solidFill>
                <a:latin typeface="Malgun Gothic"/>
                <a:ea typeface="Malgun Gothic"/>
                <a:cs typeface="Malgun Gothic"/>
              </a:defRPr>
            </a:lvl1pPr>
            <a:lvl2pPr algn="ctr">
              <a:defRPr sz="1650" b="1">
                <a:solidFill>
                  <a:srgbClr val="F8F2FA"/>
                </a:solidFill>
                <a:latin typeface="Malgun Gothic"/>
                <a:ea typeface="Malgun Gothic"/>
                <a:cs typeface="Malgun Gothic"/>
              </a:defRPr>
            </a:lvl2pPr>
            <a:lvl3pPr algn="ctr">
              <a:defRPr sz="1650" b="1">
                <a:solidFill>
                  <a:srgbClr val="F8F2FA"/>
                </a:solidFill>
                <a:latin typeface="Malgun Gothic"/>
                <a:ea typeface="Malgun Gothic"/>
                <a:cs typeface="Malgun Gothic"/>
              </a:defRPr>
            </a:lvl3pPr>
            <a:lvl4pPr algn="ctr">
              <a:defRPr sz="1650" b="1">
                <a:solidFill>
                  <a:srgbClr val="F8F2FA"/>
                </a:solidFill>
                <a:latin typeface="Malgun Gothic"/>
                <a:ea typeface="Malgun Gothic"/>
                <a:cs typeface="Malgun Gothic"/>
              </a:defRPr>
            </a:lvl4pPr>
            <a:lvl5pPr algn="ctr">
              <a:defRPr sz="1650" b="1">
                <a:solidFill>
                  <a:srgbClr val="F8F2FA"/>
                </a:solidFill>
                <a:latin typeface="Malgun Gothic"/>
                <a:ea typeface="Malgun Gothic"/>
                <a:cs typeface="Malgun Gothic"/>
              </a:defRPr>
            </a:lvl5pPr>
            <a:lvl6pPr algn="ctr">
              <a:defRPr sz="1650" b="1">
                <a:solidFill>
                  <a:srgbClr val="F8F2FA"/>
                </a:solidFill>
                <a:latin typeface="Malgun Gothic"/>
                <a:ea typeface="Malgun Gothic"/>
                <a:cs typeface="Malgun Gothic"/>
              </a:defRPr>
            </a:lvl6pPr>
            <a:lvl7pPr algn="ctr">
              <a:defRPr sz="1650" b="1">
                <a:solidFill>
                  <a:srgbClr val="F8F2FA"/>
                </a:solidFill>
                <a:latin typeface="Malgun Gothic"/>
                <a:ea typeface="Malgun Gothic"/>
                <a:cs typeface="Malgun Gothic"/>
              </a:defRPr>
            </a:lvl7pPr>
            <a:lvl8pPr algn="ctr">
              <a:defRPr sz="1650" b="1">
                <a:solidFill>
                  <a:srgbClr val="F8F2FA"/>
                </a:solidFill>
                <a:latin typeface="Malgun Gothic"/>
                <a:ea typeface="Malgun Gothic"/>
                <a:cs typeface="Malgun Gothic"/>
              </a:defRPr>
            </a:lvl8pPr>
            <a:lvl9pPr algn="ctr">
              <a:defRPr sz="1650" b="1">
                <a:solidFill>
                  <a:srgbClr val="F8F2FA"/>
                </a:solidFill>
                <a:latin typeface="Malgun Gothic"/>
                <a:ea typeface="Malgun Gothic"/>
                <a:cs typeface="Malgun Gothic"/>
              </a:defRPr>
            </a:lvl9pPr>
          </a:lstStyle>
          <a:p xmlns:a="http://schemas.openxmlformats.org/drawingml/2006/main">
            <a:pPr algn="ctr">
              <a:defRPr sz="1650" b="1">
                <a:solidFill>
                  <a:srgbClr val="F8F2FA"/>
                </a:solidFill>
                <a:latin typeface="Malgun Gothic"/>
                <a:ea typeface="Malgun Gothic"/>
                <a:cs typeface="Malgun Gothic"/>
              </a:defRPr>
            </a:pPr>
            <a:r>
              <a:rPr sz="1650" b="1">
                <a:solidFill>
                  <a:srgbClr val="F8F2FA"/>
                </a:solidFill>
                <a:latin typeface="Malgun Gothic"/>
                <a:ea typeface="Malgun Gothic"/>
                <a:cs typeface="Malgun Gothic"/>
              </a:rPr>
              <a:t>Tutorial</a:t>
            </a:r>
          </a:p>
        </p:txBody>
      </p:sp>
      <p:sp>
        <p:nvSpPr>
          <p:cNvPr id="21" name="">
            <a:extLst xmlns:a="http://schemas.openxmlformats.org/drawingml/2006/main">
              <a:ext uri="{FF2B5EF4-FFF2-40B4-BE49-F238E27FC236}">
                <a16:creationId xmlns:a16="http://schemas.microsoft.com/office/drawing/2014/main" id="{96304E66-67D4-435B-8218-2002A3C7A4D4}"/>
              </a:ext>
            </a:extLst>
          </p:cNvPr>
          <p:cNvSpPr>
            <a:spLocks xmlns:a="http://schemas.openxmlformats.org/drawingml/2006/main" noGrp="1"/>
          </p:cNvSpPr>
          <p:nvPr/>
        </p:nvSpPr>
        <p:spPr>
          <a:xfrm xmlns:a="http://schemas.openxmlformats.org/drawingml/2006/main">
            <a:off x="7410450" y="2762250"/>
            <a:ext cx="1524000" cy="514350"/>
          </a:xfrm>
          <a:prstGeom xmlns:a="http://schemas.openxmlformats.org/drawingml/2006/main" prst="rect">
            <a:avLst/>
          </a:prstGeom>
          <a:solidFill xmlns:a="http://schemas.openxmlformats.org/drawingml/2006/main">
            <a:srgbClr val="100E16"/>
          </a:solidFill>
          <a:ln xmlns:a="http://schemas.openxmlformats.org/drawingml/2006/main" w="19050">
            <a:solidFill>
              <a:srgbClr val="45364F"/>
            </a:solidFill>
          </a:ln>
        </p:spPr>
        <p:txBody>
          <a:bodyPr xmlns:a="http://schemas.openxmlformats.org/drawingml/2006/main" lIns="38100" tIns="38100" rIns="38100" bIns="38100" anchor="ctr"/>
          <a:lstStyle xmlns:a="http://schemas.openxmlformats.org/drawingml/2006/main">
            <a:defPPr algn="ctr">
              <a:defRPr sz="1650" b="1">
                <a:solidFill>
                  <a:srgbClr val="F8F2FA"/>
                </a:solidFill>
                <a:latin typeface="Malgun Gothic"/>
                <a:ea typeface="Malgun Gothic"/>
                <a:cs typeface="Malgun Gothic"/>
              </a:defRPr>
            </a:defPPr>
            <a:lvl1pPr algn="ctr">
              <a:defRPr sz="1650" b="1">
                <a:solidFill>
                  <a:srgbClr val="F8F2FA"/>
                </a:solidFill>
                <a:latin typeface="Malgun Gothic"/>
                <a:ea typeface="Malgun Gothic"/>
                <a:cs typeface="Malgun Gothic"/>
              </a:defRPr>
            </a:lvl1pPr>
            <a:lvl2pPr algn="ctr">
              <a:defRPr sz="1650" b="1">
                <a:solidFill>
                  <a:srgbClr val="F8F2FA"/>
                </a:solidFill>
                <a:latin typeface="Malgun Gothic"/>
                <a:ea typeface="Malgun Gothic"/>
                <a:cs typeface="Malgun Gothic"/>
              </a:defRPr>
            </a:lvl2pPr>
            <a:lvl3pPr algn="ctr">
              <a:defRPr sz="1650" b="1">
                <a:solidFill>
                  <a:srgbClr val="F8F2FA"/>
                </a:solidFill>
                <a:latin typeface="Malgun Gothic"/>
                <a:ea typeface="Malgun Gothic"/>
                <a:cs typeface="Malgun Gothic"/>
              </a:defRPr>
            </a:lvl3pPr>
            <a:lvl4pPr algn="ctr">
              <a:defRPr sz="1650" b="1">
                <a:solidFill>
                  <a:srgbClr val="F8F2FA"/>
                </a:solidFill>
                <a:latin typeface="Malgun Gothic"/>
                <a:ea typeface="Malgun Gothic"/>
                <a:cs typeface="Malgun Gothic"/>
              </a:defRPr>
            </a:lvl4pPr>
            <a:lvl5pPr algn="ctr">
              <a:defRPr sz="1650" b="1">
                <a:solidFill>
                  <a:srgbClr val="F8F2FA"/>
                </a:solidFill>
                <a:latin typeface="Malgun Gothic"/>
                <a:ea typeface="Malgun Gothic"/>
                <a:cs typeface="Malgun Gothic"/>
              </a:defRPr>
            </a:lvl5pPr>
            <a:lvl6pPr algn="ctr">
              <a:defRPr sz="1650" b="1">
                <a:solidFill>
                  <a:srgbClr val="F8F2FA"/>
                </a:solidFill>
                <a:latin typeface="Malgun Gothic"/>
                <a:ea typeface="Malgun Gothic"/>
                <a:cs typeface="Malgun Gothic"/>
              </a:defRPr>
            </a:lvl6pPr>
            <a:lvl7pPr algn="ctr">
              <a:defRPr sz="1650" b="1">
                <a:solidFill>
                  <a:srgbClr val="F8F2FA"/>
                </a:solidFill>
                <a:latin typeface="Malgun Gothic"/>
                <a:ea typeface="Malgun Gothic"/>
                <a:cs typeface="Malgun Gothic"/>
              </a:defRPr>
            </a:lvl7pPr>
            <a:lvl8pPr algn="ctr">
              <a:defRPr sz="1650" b="1">
                <a:solidFill>
                  <a:srgbClr val="F8F2FA"/>
                </a:solidFill>
                <a:latin typeface="Malgun Gothic"/>
                <a:ea typeface="Malgun Gothic"/>
                <a:cs typeface="Malgun Gothic"/>
              </a:defRPr>
            </a:lvl8pPr>
            <a:lvl9pPr algn="ctr">
              <a:defRPr sz="1650" b="1">
                <a:solidFill>
                  <a:srgbClr val="F8F2FA"/>
                </a:solidFill>
                <a:latin typeface="Malgun Gothic"/>
                <a:ea typeface="Malgun Gothic"/>
                <a:cs typeface="Malgun Gothic"/>
              </a:defRPr>
            </a:lvl9pPr>
          </a:lstStyle>
          <a:p xmlns:a="http://schemas.openxmlformats.org/drawingml/2006/main">
            <a:pPr algn="ctr">
              <a:defRPr sz="1650" b="1">
                <a:solidFill>
                  <a:srgbClr val="F8F2FA"/>
                </a:solidFill>
                <a:latin typeface="Malgun Gothic"/>
                <a:ea typeface="Malgun Gothic"/>
                <a:cs typeface="Malgun Gothic"/>
              </a:defRPr>
            </a:pPr>
            <a:r>
              <a:rPr sz="1650" b="1">
                <a:solidFill>
                  <a:srgbClr val="F8F2FA"/>
                </a:solidFill>
                <a:latin typeface="Malgun Gothic"/>
                <a:ea typeface="Malgun Gothic"/>
                <a:cs typeface="Malgun Gothic"/>
              </a:rPr>
              <a:t>RevivePrompt</a:t>
            </a:r>
          </a:p>
        </p:txBody>
      </p:sp>
      <p:sp>
        <p:nvSpPr>
          <p:cNvPr id="22" name="">
            <a:extLst xmlns:a="http://schemas.openxmlformats.org/drawingml/2006/main">
              <a:ext uri="{FF2B5EF4-FFF2-40B4-BE49-F238E27FC236}">
                <a16:creationId xmlns:a16="http://schemas.microsoft.com/office/drawing/2014/main" id="{830DB036-2D1E-452C-98D4-5DD21B6AC9A8}"/>
              </a:ext>
            </a:extLst>
          </p:cNvPr>
          <p:cNvSpPr>
            <a:spLocks xmlns:a="http://schemas.openxmlformats.org/drawingml/2006/main" noGrp="1"/>
          </p:cNvSpPr>
          <p:nvPr/>
        </p:nvSpPr>
        <p:spPr>
          <a:xfrm xmlns:a="http://schemas.openxmlformats.org/drawingml/2006/main">
            <a:off x="9677400" y="2762250"/>
            <a:ext cx="1524000" cy="514350"/>
          </a:xfrm>
          <a:prstGeom xmlns:a="http://schemas.openxmlformats.org/drawingml/2006/main" prst="rect">
            <a:avLst/>
          </a:prstGeom>
          <a:solidFill xmlns:a="http://schemas.openxmlformats.org/drawingml/2006/main">
            <a:srgbClr val="100E16"/>
          </a:solidFill>
          <a:ln xmlns:a="http://schemas.openxmlformats.org/drawingml/2006/main" w="19050">
            <a:solidFill>
              <a:srgbClr val="45364F"/>
            </a:solidFill>
          </a:ln>
        </p:spPr>
        <p:txBody>
          <a:bodyPr xmlns:a="http://schemas.openxmlformats.org/drawingml/2006/main" lIns="38100" tIns="38100" rIns="38100" bIns="38100" anchor="ctr"/>
          <a:lstStyle xmlns:a="http://schemas.openxmlformats.org/drawingml/2006/main">
            <a:defPPr algn="ctr">
              <a:defRPr sz="1650" b="1">
                <a:solidFill>
                  <a:srgbClr val="F8F2FA"/>
                </a:solidFill>
                <a:latin typeface="Malgun Gothic"/>
                <a:ea typeface="Malgun Gothic"/>
                <a:cs typeface="Malgun Gothic"/>
              </a:defRPr>
            </a:defPPr>
            <a:lvl1pPr algn="ctr">
              <a:defRPr sz="1650" b="1">
                <a:solidFill>
                  <a:srgbClr val="F8F2FA"/>
                </a:solidFill>
                <a:latin typeface="Malgun Gothic"/>
                <a:ea typeface="Malgun Gothic"/>
                <a:cs typeface="Malgun Gothic"/>
              </a:defRPr>
            </a:lvl1pPr>
            <a:lvl2pPr algn="ctr">
              <a:defRPr sz="1650" b="1">
                <a:solidFill>
                  <a:srgbClr val="F8F2FA"/>
                </a:solidFill>
                <a:latin typeface="Malgun Gothic"/>
                <a:ea typeface="Malgun Gothic"/>
                <a:cs typeface="Malgun Gothic"/>
              </a:defRPr>
            </a:lvl2pPr>
            <a:lvl3pPr algn="ctr">
              <a:defRPr sz="1650" b="1">
                <a:solidFill>
                  <a:srgbClr val="F8F2FA"/>
                </a:solidFill>
                <a:latin typeface="Malgun Gothic"/>
                <a:ea typeface="Malgun Gothic"/>
                <a:cs typeface="Malgun Gothic"/>
              </a:defRPr>
            </a:lvl3pPr>
            <a:lvl4pPr algn="ctr">
              <a:defRPr sz="1650" b="1">
                <a:solidFill>
                  <a:srgbClr val="F8F2FA"/>
                </a:solidFill>
                <a:latin typeface="Malgun Gothic"/>
                <a:ea typeface="Malgun Gothic"/>
                <a:cs typeface="Malgun Gothic"/>
              </a:defRPr>
            </a:lvl4pPr>
            <a:lvl5pPr algn="ctr">
              <a:defRPr sz="1650" b="1">
                <a:solidFill>
                  <a:srgbClr val="F8F2FA"/>
                </a:solidFill>
                <a:latin typeface="Malgun Gothic"/>
                <a:ea typeface="Malgun Gothic"/>
                <a:cs typeface="Malgun Gothic"/>
              </a:defRPr>
            </a:lvl5pPr>
            <a:lvl6pPr algn="ctr">
              <a:defRPr sz="1650" b="1">
                <a:solidFill>
                  <a:srgbClr val="F8F2FA"/>
                </a:solidFill>
                <a:latin typeface="Malgun Gothic"/>
                <a:ea typeface="Malgun Gothic"/>
                <a:cs typeface="Malgun Gothic"/>
              </a:defRPr>
            </a:lvl6pPr>
            <a:lvl7pPr algn="ctr">
              <a:defRPr sz="1650" b="1">
                <a:solidFill>
                  <a:srgbClr val="F8F2FA"/>
                </a:solidFill>
                <a:latin typeface="Malgun Gothic"/>
                <a:ea typeface="Malgun Gothic"/>
                <a:cs typeface="Malgun Gothic"/>
              </a:defRPr>
            </a:lvl7pPr>
            <a:lvl8pPr algn="ctr">
              <a:defRPr sz="1650" b="1">
                <a:solidFill>
                  <a:srgbClr val="F8F2FA"/>
                </a:solidFill>
                <a:latin typeface="Malgun Gothic"/>
                <a:ea typeface="Malgun Gothic"/>
                <a:cs typeface="Malgun Gothic"/>
              </a:defRPr>
            </a:lvl8pPr>
            <a:lvl9pPr algn="ctr">
              <a:defRPr sz="1650" b="1">
                <a:solidFill>
                  <a:srgbClr val="F8F2FA"/>
                </a:solidFill>
                <a:latin typeface="Malgun Gothic"/>
                <a:ea typeface="Malgun Gothic"/>
                <a:cs typeface="Malgun Gothic"/>
              </a:defRPr>
            </a:lvl9pPr>
          </a:lstStyle>
          <a:p xmlns:a="http://schemas.openxmlformats.org/drawingml/2006/main">
            <a:pPr algn="ctr">
              <a:defRPr sz="1650" b="1">
                <a:solidFill>
                  <a:srgbClr val="F8F2FA"/>
                </a:solidFill>
                <a:latin typeface="Malgun Gothic"/>
                <a:ea typeface="Malgun Gothic"/>
                <a:cs typeface="Malgun Gothic"/>
              </a:defRPr>
            </a:pPr>
            <a:r>
              <a:rPr sz="1650" b="1">
                <a:solidFill>
                  <a:srgbClr val="F8F2FA"/>
                </a:solidFill>
                <a:latin typeface="Malgun Gothic"/>
                <a:ea typeface="Malgun Gothic"/>
                <a:cs typeface="Malgun Gothic"/>
              </a:rPr>
              <a:t>Result</a:t>
            </a:r>
          </a:p>
        </p:txBody>
      </p:sp>
      <p:sp>
        <p:nvSpPr>
          <p:cNvPr id="23" name="시작">
            <a:extLst xmlns:a="http://schemas.openxmlformats.org/drawingml/2006/main">
              <a:ext uri="{FF2B5EF4-FFF2-40B4-BE49-F238E27FC236}">
                <a16:creationId xmlns:a16="http://schemas.microsoft.com/office/drawing/2014/main" id="{FDC11ED3-3840-4FB7-ADAA-632A2CA29EC3}"/>
              </a:ext>
            </a:extLst>
          </p:cNvPr>
          <p:cNvSpPr>
            <a:spLocks xmlns:a="http://schemas.openxmlformats.org/drawingml/2006/main" noGrp="1"/>
          </p:cNvSpPr>
          <p:nvPr/>
        </p:nvSpPr>
        <p:spPr>
          <a:xfrm xmlns:a="http://schemas.openxmlformats.org/drawingml/2006/main">
            <a:off x="2314575" y="1504950"/>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BBAEC6"/>
                </a:solidFill>
                <a:latin typeface="Malgun Gothic"/>
                <a:ea typeface="Malgun Gothic"/>
                <a:cs typeface="Malgun Gothic"/>
              </a:defRPr>
            </a:defPPr>
            <a:lvl1pPr algn="l">
              <a:defRPr sz="1350" b="0">
                <a:solidFill>
                  <a:srgbClr val="BBAEC6"/>
                </a:solidFill>
                <a:latin typeface="Malgun Gothic"/>
                <a:ea typeface="Malgun Gothic"/>
                <a:cs typeface="Malgun Gothic"/>
              </a:defRPr>
            </a:lvl1pPr>
            <a:lvl2pPr algn="l">
              <a:defRPr sz="1350" b="0">
                <a:solidFill>
                  <a:srgbClr val="BBAEC6"/>
                </a:solidFill>
                <a:latin typeface="Malgun Gothic"/>
                <a:ea typeface="Malgun Gothic"/>
                <a:cs typeface="Malgun Gothic"/>
              </a:defRPr>
            </a:lvl2pPr>
            <a:lvl3pPr algn="l">
              <a:defRPr sz="1350" b="0">
                <a:solidFill>
                  <a:srgbClr val="BBAEC6"/>
                </a:solidFill>
                <a:latin typeface="Malgun Gothic"/>
                <a:ea typeface="Malgun Gothic"/>
                <a:cs typeface="Malgun Gothic"/>
              </a:defRPr>
            </a:lvl3pPr>
            <a:lvl4pPr algn="l">
              <a:defRPr sz="1350" b="0">
                <a:solidFill>
                  <a:srgbClr val="BBAEC6"/>
                </a:solidFill>
                <a:latin typeface="Malgun Gothic"/>
                <a:ea typeface="Malgun Gothic"/>
                <a:cs typeface="Malgun Gothic"/>
              </a:defRPr>
            </a:lvl4pPr>
            <a:lvl5pPr algn="l">
              <a:defRPr sz="1350" b="0">
                <a:solidFill>
                  <a:srgbClr val="BBAEC6"/>
                </a:solidFill>
                <a:latin typeface="Malgun Gothic"/>
                <a:ea typeface="Malgun Gothic"/>
                <a:cs typeface="Malgun Gothic"/>
              </a:defRPr>
            </a:lvl5pPr>
            <a:lvl6pPr algn="l">
              <a:defRPr sz="1350" b="0">
                <a:solidFill>
                  <a:srgbClr val="BBAEC6"/>
                </a:solidFill>
                <a:latin typeface="Malgun Gothic"/>
                <a:ea typeface="Malgun Gothic"/>
                <a:cs typeface="Malgun Gothic"/>
              </a:defRPr>
            </a:lvl6pPr>
            <a:lvl7pPr algn="l">
              <a:defRPr sz="1350" b="0">
                <a:solidFill>
                  <a:srgbClr val="BBAEC6"/>
                </a:solidFill>
                <a:latin typeface="Malgun Gothic"/>
                <a:ea typeface="Malgun Gothic"/>
                <a:cs typeface="Malgun Gothic"/>
              </a:defRPr>
            </a:lvl7pPr>
            <a:lvl8pPr algn="l">
              <a:defRPr sz="1350" b="0">
                <a:solidFill>
                  <a:srgbClr val="BBAEC6"/>
                </a:solidFill>
                <a:latin typeface="Malgun Gothic"/>
                <a:ea typeface="Malgun Gothic"/>
                <a:cs typeface="Malgun Gothic"/>
              </a:defRPr>
            </a:lvl8pPr>
            <a:lvl9pPr algn="l">
              <a:defRPr sz="1350" b="0">
                <a:solidFill>
                  <a:srgbClr val="BBAEC6"/>
                </a:solidFill>
                <a:latin typeface="Malgun Gothic"/>
                <a:ea typeface="Malgun Gothic"/>
                <a:cs typeface="Malgun Gothic"/>
              </a:defRPr>
            </a:lvl9pPr>
          </a:lstStyle>
          <a:p xmlns:a="http://schemas.openxmlformats.org/drawingml/2006/main">
            <a:pPr algn="l">
              <a:defRPr sz="1350" b="0">
                <a:solidFill>
                  <a:srgbClr val="BBAEC6"/>
                </a:solidFill>
                <a:latin typeface="Malgun Gothic"/>
                <a:ea typeface="Malgun Gothic"/>
                <a:cs typeface="Malgun Gothic"/>
              </a:defRPr>
            </a:pPr>
            <a:r>
              <a:rPr sz="1350" b="0">
                <a:solidFill>
                  <a:srgbClr val="BBAEC6"/>
                </a:solidFill>
                <a:latin typeface="Malgun Gothic"/>
                <a:ea typeface="Malgun Gothic"/>
                <a:cs typeface="Malgun Gothic"/>
              </a:rPr>
              <a:t>시작</a:t>
            </a:r>
          </a:p>
        </p:txBody>
      </p:sp>
      <p:sp>
        <p:nvSpPr>
          <p:cNvPr id="24" name="Go">
            <a:extLst xmlns:a="http://schemas.openxmlformats.org/drawingml/2006/main">
              <a:ext uri="{FF2B5EF4-FFF2-40B4-BE49-F238E27FC236}">
                <a16:creationId xmlns:a16="http://schemas.microsoft.com/office/drawing/2014/main" id="{C351FA0D-B25B-4070-89F8-B3EA6D67681C}"/>
              </a:ext>
            </a:extLst>
          </p:cNvPr>
          <p:cNvSpPr>
            <a:spLocks xmlns:a="http://schemas.openxmlformats.org/drawingml/2006/main" noGrp="1"/>
          </p:cNvSpPr>
          <p:nvPr/>
        </p:nvSpPr>
        <p:spPr>
          <a:xfrm xmlns:a="http://schemas.openxmlformats.org/drawingml/2006/main">
            <a:off x="4667250" y="1504950"/>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BBAEC6"/>
                </a:solidFill>
                <a:latin typeface="Malgun Gothic"/>
                <a:ea typeface="Malgun Gothic"/>
                <a:cs typeface="Malgun Gothic"/>
              </a:defRPr>
            </a:defPPr>
            <a:lvl1pPr algn="l">
              <a:defRPr sz="1350" b="0">
                <a:solidFill>
                  <a:srgbClr val="BBAEC6"/>
                </a:solidFill>
                <a:latin typeface="Malgun Gothic"/>
                <a:ea typeface="Malgun Gothic"/>
                <a:cs typeface="Malgun Gothic"/>
              </a:defRPr>
            </a:lvl1pPr>
            <a:lvl2pPr algn="l">
              <a:defRPr sz="1350" b="0">
                <a:solidFill>
                  <a:srgbClr val="BBAEC6"/>
                </a:solidFill>
                <a:latin typeface="Malgun Gothic"/>
                <a:ea typeface="Malgun Gothic"/>
                <a:cs typeface="Malgun Gothic"/>
              </a:defRPr>
            </a:lvl2pPr>
            <a:lvl3pPr algn="l">
              <a:defRPr sz="1350" b="0">
                <a:solidFill>
                  <a:srgbClr val="BBAEC6"/>
                </a:solidFill>
                <a:latin typeface="Malgun Gothic"/>
                <a:ea typeface="Malgun Gothic"/>
                <a:cs typeface="Malgun Gothic"/>
              </a:defRPr>
            </a:lvl3pPr>
            <a:lvl4pPr algn="l">
              <a:defRPr sz="1350" b="0">
                <a:solidFill>
                  <a:srgbClr val="BBAEC6"/>
                </a:solidFill>
                <a:latin typeface="Malgun Gothic"/>
                <a:ea typeface="Malgun Gothic"/>
                <a:cs typeface="Malgun Gothic"/>
              </a:defRPr>
            </a:lvl4pPr>
            <a:lvl5pPr algn="l">
              <a:defRPr sz="1350" b="0">
                <a:solidFill>
                  <a:srgbClr val="BBAEC6"/>
                </a:solidFill>
                <a:latin typeface="Malgun Gothic"/>
                <a:ea typeface="Malgun Gothic"/>
                <a:cs typeface="Malgun Gothic"/>
              </a:defRPr>
            </a:lvl5pPr>
            <a:lvl6pPr algn="l">
              <a:defRPr sz="1350" b="0">
                <a:solidFill>
                  <a:srgbClr val="BBAEC6"/>
                </a:solidFill>
                <a:latin typeface="Malgun Gothic"/>
                <a:ea typeface="Malgun Gothic"/>
                <a:cs typeface="Malgun Gothic"/>
              </a:defRPr>
            </a:lvl6pPr>
            <a:lvl7pPr algn="l">
              <a:defRPr sz="1350" b="0">
                <a:solidFill>
                  <a:srgbClr val="BBAEC6"/>
                </a:solidFill>
                <a:latin typeface="Malgun Gothic"/>
                <a:ea typeface="Malgun Gothic"/>
                <a:cs typeface="Malgun Gothic"/>
              </a:defRPr>
            </a:lvl7pPr>
            <a:lvl8pPr algn="l">
              <a:defRPr sz="1350" b="0">
                <a:solidFill>
                  <a:srgbClr val="BBAEC6"/>
                </a:solidFill>
                <a:latin typeface="Malgun Gothic"/>
                <a:ea typeface="Malgun Gothic"/>
                <a:cs typeface="Malgun Gothic"/>
              </a:defRPr>
            </a:lvl8pPr>
            <a:lvl9pPr algn="l">
              <a:defRPr sz="1350" b="0">
                <a:solidFill>
                  <a:srgbClr val="BBAEC6"/>
                </a:solidFill>
                <a:latin typeface="Malgun Gothic"/>
                <a:ea typeface="Malgun Gothic"/>
                <a:cs typeface="Malgun Gothic"/>
              </a:defRPr>
            </a:lvl9pPr>
          </a:lstStyle>
          <a:p xmlns:a="http://schemas.openxmlformats.org/drawingml/2006/main">
            <a:pPr algn="l">
              <a:defRPr sz="1350" b="0">
                <a:solidFill>
                  <a:srgbClr val="BBAEC6"/>
                </a:solidFill>
                <a:latin typeface="Malgun Gothic"/>
                <a:ea typeface="Malgun Gothic"/>
                <a:cs typeface="Malgun Gothic"/>
              </a:defRPr>
            </a:pPr>
            <a:r>
              <a:rPr sz="1350" b="0">
                <a:solidFill>
                  <a:srgbClr val="BBAEC6"/>
                </a:solidFill>
                <a:latin typeface="Malgun Gothic"/>
                <a:ea typeface="Malgun Gothic"/>
                <a:cs typeface="Malgun Gothic"/>
              </a:rPr>
              <a:t>Go</a:t>
            </a:r>
          </a:p>
        </p:txBody>
      </p:sp>
      <p:sp>
        <p:nvSpPr>
          <p:cNvPr id="25" name="실패">
            <a:extLst xmlns:a="http://schemas.openxmlformats.org/drawingml/2006/main">
              <a:ext uri="{FF2B5EF4-FFF2-40B4-BE49-F238E27FC236}">
                <a16:creationId xmlns:a16="http://schemas.microsoft.com/office/drawing/2014/main" id="{85F725A2-FFB7-4447-84A7-D8CDF7BB3466}"/>
              </a:ext>
            </a:extLst>
          </p:cNvPr>
          <p:cNvSpPr>
            <a:spLocks xmlns:a="http://schemas.openxmlformats.org/drawingml/2006/main" noGrp="1"/>
          </p:cNvSpPr>
          <p:nvPr/>
        </p:nvSpPr>
        <p:spPr>
          <a:xfrm xmlns:a="http://schemas.openxmlformats.org/drawingml/2006/main">
            <a:off x="6886575" y="15049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BBAEC6"/>
                </a:solidFill>
                <a:latin typeface="Malgun Gothic"/>
                <a:ea typeface="Malgun Gothic"/>
                <a:cs typeface="Malgun Gothic"/>
              </a:defRPr>
            </a:defPPr>
            <a:lvl1pPr algn="l">
              <a:defRPr sz="1350" b="0">
                <a:solidFill>
                  <a:srgbClr val="BBAEC6"/>
                </a:solidFill>
                <a:latin typeface="Malgun Gothic"/>
                <a:ea typeface="Malgun Gothic"/>
                <a:cs typeface="Malgun Gothic"/>
              </a:defRPr>
            </a:lvl1pPr>
            <a:lvl2pPr algn="l">
              <a:defRPr sz="1350" b="0">
                <a:solidFill>
                  <a:srgbClr val="BBAEC6"/>
                </a:solidFill>
                <a:latin typeface="Malgun Gothic"/>
                <a:ea typeface="Malgun Gothic"/>
                <a:cs typeface="Malgun Gothic"/>
              </a:defRPr>
            </a:lvl2pPr>
            <a:lvl3pPr algn="l">
              <a:defRPr sz="1350" b="0">
                <a:solidFill>
                  <a:srgbClr val="BBAEC6"/>
                </a:solidFill>
                <a:latin typeface="Malgun Gothic"/>
                <a:ea typeface="Malgun Gothic"/>
                <a:cs typeface="Malgun Gothic"/>
              </a:defRPr>
            </a:lvl3pPr>
            <a:lvl4pPr algn="l">
              <a:defRPr sz="1350" b="0">
                <a:solidFill>
                  <a:srgbClr val="BBAEC6"/>
                </a:solidFill>
                <a:latin typeface="Malgun Gothic"/>
                <a:ea typeface="Malgun Gothic"/>
                <a:cs typeface="Malgun Gothic"/>
              </a:defRPr>
            </a:lvl4pPr>
            <a:lvl5pPr algn="l">
              <a:defRPr sz="1350" b="0">
                <a:solidFill>
                  <a:srgbClr val="BBAEC6"/>
                </a:solidFill>
                <a:latin typeface="Malgun Gothic"/>
                <a:ea typeface="Malgun Gothic"/>
                <a:cs typeface="Malgun Gothic"/>
              </a:defRPr>
            </a:lvl5pPr>
            <a:lvl6pPr algn="l">
              <a:defRPr sz="1350" b="0">
                <a:solidFill>
                  <a:srgbClr val="BBAEC6"/>
                </a:solidFill>
                <a:latin typeface="Malgun Gothic"/>
                <a:ea typeface="Malgun Gothic"/>
                <a:cs typeface="Malgun Gothic"/>
              </a:defRPr>
            </a:lvl6pPr>
            <a:lvl7pPr algn="l">
              <a:defRPr sz="1350" b="0">
                <a:solidFill>
                  <a:srgbClr val="BBAEC6"/>
                </a:solidFill>
                <a:latin typeface="Malgun Gothic"/>
                <a:ea typeface="Malgun Gothic"/>
                <a:cs typeface="Malgun Gothic"/>
              </a:defRPr>
            </a:lvl7pPr>
            <a:lvl8pPr algn="l">
              <a:defRPr sz="1350" b="0">
                <a:solidFill>
                  <a:srgbClr val="BBAEC6"/>
                </a:solidFill>
                <a:latin typeface="Malgun Gothic"/>
                <a:ea typeface="Malgun Gothic"/>
                <a:cs typeface="Malgun Gothic"/>
              </a:defRPr>
            </a:lvl8pPr>
            <a:lvl9pPr algn="l">
              <a:defRPr sz="1350" b="0">
                <a:solidFill>
                  <a:srgbClr val="BBAEC6"/>
                </a:solidFill>
                <a:latin typeface="Malgun Gothic"/>
                <a:ea typeface="Malgun Gothic"/>
                <a:cs typeface="Malgun Gothic"/>
              </a:defRPr>
            </a:lvl9pPr>
          </a:lstStyle>
          <a:p xmlns:a="http://schemas.openxmlformats.org/drawingml/2006/main">
            <a:pPr algn="l">
              <a:defRPr sz="1350" b="0">
                <a:solidFill>
                  <a:srgbClr val="BBAEC6"/>
                </a:solidFill>
                <a:latin typeface="Malgun Gothic"/>
                <a:ea typeface="Malgun Gothic"/>
                <a:cs typeface="Malgun Gothic"/>
              </a:defRPr>
            </a:pPr>
            <a:r>
              <a:rPr sz="1350" b="0">
                <a:solidFill>
                  <a:srgbClr val="BBAEC6"/>
                </a:solidFill>
                <a:latin typeface="Malgun Gothic"/>
                <a:ea typeface="Malgun Gothic"/>
                <a:cs typeface="Malgun Gothic"/>
              </a:rPr>
              <a:t>실패</a:t>
            </a:r>
          </a:p>
        </p:txBody>
      </p:sp>
      <p:sp>
        <p:nvSpPr>
          <p:cNvPr id="26" name="확정">
            <a:extLst xmlns:a="http://schemas.openxmlformats.org/drawingml/2006/main">
              <a:ext uri="{FF2B5EF4-FFF2-40B4-BE49-F238E27FC236}">
                <a16:creationId xmlns:a16="http://schemas.microsoft.com/office/drawing/2014/main" id="{8D43664E-3110-4281-B00E-4983D9EEF195}"/>
              </a:ext>
            </a:extLst>
          </p:cNvPr>
          <p:cNvSpPr>
            <a:spLocks xmlns:a="http://schemas.openxmlformats.org/drawingml/2006/main" noGrp="1"/>
          </p:cNvSpPr>
          <p:nvPr/>
        </p:nvSpPr>
        <p:spPr>
          <a:xfrm xmlns:a="http://schemas.openxmlformats.org/drawingml/2006/main">
            <a:off x="9153525" y="15049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BBAEC6"/>
                </a:solidFill>
                <a:latin typeface="Malgun Gothic"/>
                <a:ea typeface="Malgun Gothic"/>
                <a:cs typeface="Malgun Gothic"/>
              </a:defRPr>
            </a:defPPr>
            <a:lvl1pPr algn="l">
              <a:defRPr sz="1350" b="0">
                <a:solidFill>
                  <a:srgbClr val="BBAEC6"/>
                </a:solidFill>
                <a:latin typeface="Malgun Gothic"/>
                <a:ea typeface="Malgun Gothic"/>
                <a:cs typeface="Malgun Gothic"/>
              </a:defRPr>
            </a:lvl1pPr>
            <a:lvl2pPr algn="l">
              <a:defRPr sz="1350" b="0">
                <a:solidFill>
                  <a:srgbClr val="BBAEC6"/>
                </a:solidFill>
                <a:latin typeface="Malgun Gothic"/>
                <a:ea typeface="Malgun Gothic"/>
                <a:cs typeface="Malgun Gothic"/>
              </a:defRPr>
            </a:lvl2pPr>
            <a:lvl3pPr algn="l">
              <a:defRPr sz="1350" b="0">
                <a:solidFill>
                  <a:srgbClr val="BBAEC6"/>
                </a:solidFill>
                <a:latin typeface="Malgun Gothic"/>
                <a:ea typeface="Malgun Gothic"/>
                <a:cs typeface="Malgun Gothic"/>
              </a:defRPr>
            </a:lvl3pPr>
            <a:lvl4pPr algn="l">
              <a:defRPr sz="1350" b="0">
                <a:solidFill>
                  <a:srgbClr val="BBAEC6"/>
                </a:solidFill>
                <a:latin typeface="Malgun Gothic"/>
                <a:ea typeface="Malgun Gothic"/>
                <a:cs typeface="Malgun Gothic"/>
              </a:defRPr>
            </a:lvl4pPr>
            <a:lvl5pPr algn="l">
              <a:defRPr sz="1350" b="0">
                <a:solidFill>
                  <a:srgbClr val="BBAEC6"/>
                </a:solidFill>
                <a:latin typeface="Malgun Gothic"/>
                <a:ea typeface="Malgun Gothic"/>
                <a:cs typeface="Malgun Gothic"/>
              </a:defRPr>
            </a:lvl5pPr>
            <a:lvl6pPr algn="l">
              <a:defRPr sz="1350" b="0">
                <a:solidFill>
                  <a:srgbClr val="BBAEC6"/>
                </a:solidFill>
                <a:latin typeface="Malgun Gothic"/>
                <a:ea typeface="Malgun Gothic"/>
                <a:cs typeface="Malgun Gothic"/>
              </a:defRPr>
            </a:lvl6pPr>
            <a:lvl7pPr algn="l">
              <a:defRPr sz="1350" b="0">
                <a:solidFill>
                  <a:srgbClr val="BBAEC6"/>
                </a:solidFill>
                <a:latin typeface="Malgun Gothic"/>
                <a:ea typeface="Malgun Gothic"/>
                <a:cs typeface="Malgun Gothic"/>
              </a:defRPr>
            </a:lvl7pPr>
            <a:lvl8pPr algn="l">
              <a:defRPr sz="1350" b="0">
                <a:solidFill>
                  <a:srgbClr val="BBAEC6"/>
                </a:solidFill>
                <a:latin typeface="Malgun Gothic"/>
                <a:ea typeface="Malgun Gothic"/>
                <a:cs typeface="Malgun Gothic"/>
              </a:defRPr>
            </a:lvl8pPr>
            <a:lvl9pPr algn="l">
              <a:defRPr sz="1350" b="0">
                <a:solidFill>
                  <a:srgbClr val="BBAEC6"/>
                </a:solidFill>
                <a:latin typeface="Malgun Gothic"/>
                <a:ea typeface="Malgun Gothic"/>
                <a:cs typeface="Malgun Gothic"/>
              </a:defRPr>
            </a:lvl9pPr>
          </a:lstStyle>
          <a:p xmlns:a="http://schemas.openxmlformats.org/drawingml/2006/main">
            <a:pPr algn="l">
              <a:defRPr sz="1350" b="0">
                <a:solidFill>
                  <a:srgbClr val="BBAEC6"/>
                </a:solidFill>
                <a:latin typeface="Malgun Gothic"/>
                <a:ea typeface="Malgun Gothic"/>
                <a:cs typeface="Malgun Gothic"/>
              </a:defRPr>
            </a:pPr>
            <a:r>
              <a:rPr sz="1350" b="0">
                <a:solidFill>
                  <a:srgbClr val="BBAEC6"/>
                </a:solidFill>
                <a:latin typeface="Malgun Gothic"/>
                <a:ea typeface="Malgun Gothic"/>
                <a:cs typeface="Malgun Gothic"/>
              </a:rPr>
              <a:t>확정</a:t>
            </a:r>
          </a:p>
        </p:txBody>
      </p:sp>
      <p:sp>
        <p:nvSpPr>
          <p:cNvPr id="27" name="연습 완료·스킵">
            <a:extLst xmlns:a="http://schemas.openxmlformats.org/drawingml/2006/main">
              <a:ext uri="{FF2B5EF4-FFF2-40B4-BE49-F238E27FC236}">
                <a16:creationId xmlns:a16="http://schemas.microsoft.com/office/drawing/2014/main" id="{E070523B-1ABC-420F-B796-84B56AD227A2}"/>
              </a:ext>
            </a:extLst>
          </p:cNvPr>
          <p:cNvSpPr>
            <a:spLocks xmlns:a="http://schemas.openxmlformats.org/drawingml/2006/main" noGrp="1"/>
          </p:cNvSpPr>
          <p:nvPr/>
        </p:nvSpPr>
        <p:spPr>
          <a:xfrm xmlns:a="http://schemas.openxmlformats.org/drawingml/2006/main">
            <a:off x="2333625" y="2657475"/>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BBAEC6"/>
                </a:solidFill>
                <a:latin typeface="Malgun Gothic"/>
                <a:ea typeface="Malgun Gothic"/>
                <a:cs typeface="Malgun Gothic"/>
              </a:defRPr>
            </a:defPPr>
            <a:lvl1pPr algn="l">
              <a:defRPr sz="1425" b="0">
                <a:solidFill>
                  <a:srgbClr val="BBAEC6"/>
                </a:solidFill>
                <a:latin typeface="Malgun Gothic"/>
                <a:ea typeface="Malgun Gothic"/>
                <a:cs typeface="Malgun Gothic"/>
              </a:defRPr>
            </a:lvl1pPr>
            <a:lvl2pPr algn="l">
              <a:defRPr sz="1425" b="0">
                <a:solidFill>
                  <a:srgbClr val="BBAEC6"/>
                </a:solidFill>
                <a:latin typeface="Malgun Gothic"/>
                <a:ea typeface="Malgun Gothic"/>
                <a:cs typeface="Malgun Gothic"/>
              </a:defRPr>
            </a:lvl2pPr>
            <a:lvl3pPr algn="l">
              <a:defRPr sz="1425" b="0">
                <a:solidFill>
                  <a:srgbClr val="BBAEC6"/>
                </a:solidFill>
                <a:latin typeface="Malgun Gothic"/>
                <a:ea typeface="Malgun Gothic"/>
                <a:cs typeface="Malgun Gothic"/>
              </a:defRPr>
            </a:lvl3pPr>
            <a:lvl4pPr algn="l">
              <a:defRPr sz="1425" b="0">
                <a:solidFill>
                  <a:srgbClr val="BBAEC6"/>
                </a:solidFill>
                <a:latin typeface="Malgun Gothic"/>
                <a:ea typeface="Malgun Gothic"/>
                <a:cs typeface="Malgun Gothic"/>
              </a:defRPr>
            </a:lvl4pPr>
            <a:lvl5pPr algn="l">
              <a:defRPr sz="1425" b="0">
                <a:solidFill>
                  <a:srgbClr val="BBAEC6"/>
                </a:solidFill>
                <a:latin typeface="Malgun Gothic"/>
                <a:ea typeface="Malgun Gothic"/>
                <a:cs typeface="Malgun Gothic"/>
              </a:defRPr>
            </a:lvl5pPr>
            <a:lvl6pPr algn="l">
              <a:defRPr sz="1425" b="0">
                <a:solidFill>
                  <a:srgbClr val="BBAEC6"/>
                </a:solidFill>
                <a:latin typeface="Malgun Gothic"/>
                <a:ea typeface="Malgun Gothic"/>
                <a:cs typeface="Malgun Gothic"/>
              </a:defRPr>
            </a:lvl6pPr>
            <a:lvl7pPr algn="l">
              <a:defRPr sz="1425" b="0">
                <a:solidFill>
                  <a:srgbClr val="BBAEC6"/>
                </a:solidFill>
                <a:latin typeface="Malgun Gothic"/>
                <a:ea typeface="Malgun Gothic"/>
                <a:cs typeface="Malgun Gothic"/>
              </a:defRPr>
            </a:lvl7pPr>
            <a:lvl8pPr algn="l">
              <a:defRPr sz="1425" b="0">
                <a:solidFill>
                  <a:srgbClr val="BBAEC6"/>
                </a:solidFill>
                <a:latin typeface="Malgun Gothic"/>
                <a:ea typeface="Malgun Gothic"/>
                <a:cs typeface="Malgun Gothic"/>
              </a:defRPr>
            </a:lvl8pPr>
            <a:lvl9pPr algn="l">
              <a:defRPr sz="1425" b="0">
                <a:solidFill>
                  <a:srgbClr val="BBAEC6"/>
                </a:solidFill>
                <a:latin typeface="Malgun Gothic"/>
                <a:ea typeface="Malgun Gothic"/>
                <a:cs typeface="Malgun Gothic"/>
              </a:defRPr>
            </a:lvl9pPr>
          </a:lstStyle>
          <a:p xmlns:a="http://schemas.openxmlformats.org/drawingml/2006/main">
            <a:pPr algn="l">
              <a:defRPr sz="1425" b="0">
                <a:solidFill>
                  <a:srgbClr val="BBAEC6"/>
                </a:solidFill>
                <a:latin typeface="Malgun Gothic"/>
                <a:ea typeface="Malgun Gothic"/>
                <a:cs typeface="Malgun Gothic"/>
              </a:defRPr>
            </a:pPr>
            <a:r>
              <a:rPr sz="1425" b="0">
                <a:solidFill>
                  <a:srgbClr val="BBAEC6"/>
                </a:solidFill>
                <a:latin typeface="Malgun Gothic"/>
                <a:ea typeface="Malgun Gothic"/>
                <a:cs typeface="Malgun Gothic"/>
              </a:rPr>
              <a:t>연습 완료·스킵</a:t>
            </a:r>
          </a:p>
        </p:txBody>
      </p:sp>
      <p:sp>
        <p:nvSpPr>
          <p:cNvPr id="28" name="쿠폰 부활">
            <a:extLst xmlns:a="http://schemas.openxmlformats.org/drawingml/2006/main">
              <a:ext uri="{FF2B5EF4-FFF2-40B4-BE49-F238E27FC236}">
                <a16:creationId xmlns:a16="http://schemas.microsoft.com/office/drawing/2014/main" id="{796ED061-9178-4A84-ADAF-55B6EBEB49CA}"/>
              </a:ext>
            </a:extLst>
          </p:cNvPr>
          <p:cNvSpPr>
            <a:spLocks xmlns:a="http://schemas.openxmlformats.org/drawingml/2006/main" noGrp="1"/>
          </p:cNvSpPr>
          <p:nvPr/>
        </p:nvSpPr>
        <p:spPr>
          <a:xfrm xmlns:a="http://schemas.openxmlformats.org/drawingml/2006/main">
            <a:off x="5238750" y="3000375"/>
            <a:ext cx="1809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BBAEC6"/>
                </a:solidFill>
                <a:latin typeface="Malgun Gothic"/>
                <a:ea typeface="Malgun Gothic"/>
                <a:cs typeface="Malgun Gothic"/>
              </a:defRPr>
            </a:defPPr>
            <a:lvl1pPr algn="l">
              <a:defRPr sz="1425" b="0">
                <a:solidFill>
                  <a:srgbClr val="BBAEC6"/>
                </a:solidFill>
                <a:latin typeface="Malgun Gothic"/>
                <a:ea typeface="Malgun Gothic"/>
                <a:cs typeface="Malgun Gothic"/>
              </a:defRPr>
            </a:lvl1pPr>
            <a:lvl2pPr algn="l">
              <a:defRPr sz="1425" b="0">
                <a:solidFill>
                  <a:srgbClr val="BBAEC6"/>
                </a:solidFill>
                <a:latin typeface="Malgun Gothic"/>
                <a:ea typeface="Malgun Gothic"/>
                <a:cs typeface="Malgun Gothic"/>
              </a:defRPr>
            </a:lvl2pPr>
            <a:lvl3pPr algn="l">
              <a:defRPr sz="1425" b="0">
                <a:solidFill>
                  <a:srgbClr val="BBAEC6"/>
                </a:solidFill>
                <a:latin typeface="Malgun Gothic"/>
                <a:ea typeface="Malgun Gothic"/>
                <a:cs typeface="Malgun Gothic"/>
              </a:defRPr>
            </a:lvl3pPr>
            <a:lvl4pPr algn="l">
              <a:defRPr sz="1425" b="0">
                <a:solidFill>
                  <a:srgbClr val="BBAEC6"/>
                </a:solidFill>
                <a:latin typeface="Malgun Gothic"/>
                <a:ea typeface="Malgun Gothic"/>
                <a:cs typeface="Malgun Gothic"/>
              </a:defRPr>
            </a:lvl4pPr>
            <a:lvl5pPr algn="l">
              <a:defRPr sz="1425" b="0">
                <a:solidFill>
                  <a:srgbClr val="BBAEC6"/>
                </a:solidFill>
                <a:latin typeface="Malgun Gothic"/>
                <a:ea typeface="Malgun Gothic"/>
                <a:cs typeface="Malgun Gothic"/>
              </a:defRPr>
            </a:lvl5pPr>
            <a:lvl6pPr algn="l">
              <a:defRPr sz="1425" b="0">
                <a:solidFill>
                  <a:srgbClr val="BBAEC6"/>
                </a:solidFill>
                <a:latin typeface="Malgun Gothic"/>
                <a:ea typeface="Malgun Gothic"/>
                <a:cs typeface="Malgun Gothic"/>
              </a:defRPr>
            </a:lvl6pPr>
            <a:lvl7pPr algn="l">
              <a:defRPr sz="1425" b="0">
                <a:solidFill>
                  <a:srgbClr val="BBAEC6"/>
                </a:solidFill>
                <a:latin typeface="Malgun Gothic"/>
                <a:ea typeface="Malgun Gothic"/>
                <a:cs typeface="Malgun Gothic"/>
              </a:defRPr>
            </a:lvl7pPr>
            <a:lvl8pPr algn="l">
              <a:defRPr sz="1425" b="0">
                <a:solidFill>
                  <a:srgbClr val="BBAEC6"/>
                </a:solidFill>
                <a:latin typeface="Malgun Gothic"/>
                <a:ea typeface="Malgun Gothic"/>
                <a:cs typeface="Malgun Gothic"/>
              </a:defRPr>
            </a:lvl8pPr>
            <a:lvl9pPr algn="l">
              <a:defRPr sz="1425" b="0">
                <a:solidFill>
                  <a:srgbClr val="BBAEC6"/>
                </a:solidFill>
                <a:latin typeface="Malgun Gothic"/>
                <a:ea typeface="Malgun Gothic"/>
                <a:cs typeface="Malgun Gothic"/>
              </a:defRPr>
            </a:lvl9pPr>
          </a:lstStyle>
          <a:p xmlns:a="http://schemas.openxmlformats.org/drawingml/2006/main">
            <a:pPr algn="l">
              <a:defRPr sz="1425" b="0">
                <a:solidFill>
                  <a:srgbClr val="BBAEC6"/>
                </a:solidFill>
                <a:latin typeface="Malgun Gothic"/>
                <a:ea typeface="Malgun Gothic"/>
                <a:cs typeface="Malgun Gothic"/>
              </a:defRPr>
            </a:pPr>
            <a:r>
              <a:rPr sz="1425" b="0">
                <a:solidFill>
                  <a:srgbClr val="BBAEC6"/>
                </a:solidFill>
                <a:latin typeface="Malgun Gothic"/>
                <a:ea typeface="Malgun Gothic"/>
                <a:cs typeface="Malgun Gothic"/>
              </a:rPr>
              <a:t>쿠폰 부활</a:t>
            </a:r>
          </a:p>
        </p:txBody>
      </p:sp>
      <p:graphicFrame>
        <p:nvGraphicFramePr>
          <p:cNvPr id="29" name="">
            <a:extLst xmlns:a="http://schemas.openxmlformats.org/drawingml/2006/main">
              <a:ext uri="{FF2B5EF4-FFF2-40B4-BE49-F238E27FC236}">
                <a16:creationId xmlns:a16="http://schemas.microsoft.com/office/drawing/2014/main" id="{DF1E162E-565A-4DBD-BC1C-4CA2B9D52C9C}"/>
              </a:ext>
            </a:extLst>
          </p:cNvPr>
          <p:cNvGraphicFramePr/>
          <p:nvPr/>
        </p:nvGraphicFramePr>
        <p:xfrm>
          <a:off xmlns:a="http://schemas.openxmlformats.org/drawingml/2006/main" x="609600" y="3657600"/>
          <a:ext xmlns:a="http://schemas.openxmlformats.org/drawingml/2006/main" cx="10972800" cy="2286000"/>
        </p:xfrm>
        <a:graphic xmlns:a="http://schemas.openxmlformats.org/drawingml/2006/main">
          <a:graphicData uri="http://schemas.openxmlformats.org/drawingml/2006/table">
            <a:tbl>
              <a:tblPr firstRow="0" bandRow="0"/>
              <a:tblGrid>
                <a:gridCol w="2095500"/>
                <a:gridCol w="3905250"/>
                <a:gridCol w="4972050"/>
              </a:tblGrid>
              <a:tr h="457200">
                <a:tc>
                  <a:txBody>
                    <a:bodyPr/>
                    <a:lstStyle/>
                    <a:p>
                      <a:r>
                        <a:rPr sz="1650" b="1">
                          <a:solidFill>
                            <a:srgbClr val="F2B6D3"/>
                          </a:solidFill>
                          <a:latin typeface="Malgun Gothic"/>
                          <a:ea typeface="Malgun Gothic"/>
                          <a:cs typeface="Malgun Gothic"/>
                        </a:rPr>
                        <a:t>현재 상태</a:t>
                      </a:r>
                    </a:p>
                  </a:txBody>
                  <a:tcPr marL="133350" marR="133350" marT="95250" marB="76200">
                    <a:lnL w="9525">
                      <a:solidFill>
                        <a:srgbClr val="45364F"/>
                      </a:solidFill>
                      <a:prstDash val="solid"/>
                    </a:lnL>
                    <a:lnR w="9525">
                      <a:solidFill>
                        <a:srgbClr val="45364F"/>
                      </a:solidFill>
                      <a:prstDash val="solid"/>
                    </a:lnR>
                    <a:lnT w="9525">
                      <a:solidFill>
                        <a:srgbClr val="45364F"/>
                      </a:solidFill>
                      <a:prstDash val="solid"/>
                    </a:lnT>
                    <a:lnB w="9525">
                      <a:solidFill>
                        <a:srgbClr val="45364F"/>
                      </a:solidFill>
                      <a:prstDash val="solid"/>
                    </a:lnB>
                    <a:solidFill>
                      <a:srgbClr val="35182D"/>
                    </a:solidFill>
                  </a:tcPr>
                </a:tc>
                <a:tc>
                  <a:txBody>
                    <a:bodyPr/>
                    <a:lstStyle/>
                    <a:p>
                      <a:r>
                        <a:rPr sz="1650" b="1">
                          <a:solidFill>
                            <a:srgbClr val="F2B6D3"/>
                          </a:solidFill>
                          <a:latin typeface="Malgun Gothic"/>
                          <a:ea typeface="Malgun Gothic"/>
                          <a:cs typeface="Malgun Gothic"/>
                        </a:rPr>
                        <a:t>조건</a:t>
                      </a:r>
                    </a:p>
                  </a:txBody>
                  <a:tcPr marL="133350" marR="133350" marT="95250" marB="76200">
                    <a:lnR w="9525">
                      <a:solidFill>
                        <a:srgbClr val="45364F"/>
                      </a:solidFill>
                      <a:prstDash val="solid"/>
                    </a:lnR>
                    <a:lnT w="9525">
                      <a:solidFill>
                        <a:srgbClr val="45364F"/>
                      </a:solidFill>
                      <a:prstDash val="solid"/>
                    </a:lnT>
                    <a:lnB w="9525">
                      <a:solidFill>
                        <a:srgbClr val="45364F"/>
                      </a:solidFill>
                      <a:prstDash val="solid"/>
                    </a:lnB>
                    <a:solidFill>
                      <a:srgbClr val="35182D"/>
                    </a:solidFill>
                  </a:tcPr>
                </a:tc>
                <a:tc>
                  <a:txBody>
                    <a:bodyPr/>
                    <a:lstStyle/>
                    <a:p>
                      <a:r>
                        <a:rPr sz="1650" b="1">
                          <a:solidFill>
                            <a:srgbClr val="F2B6D3"/>
                          </a:solidFill>
                          <a:latin typeface="Malgun Gothic"/>
                          <a:ea typeface="Malgun Gothic"/>
                          <a:cs typeface="Malgun Gothic"/>
                        </a:rPr>
                        <a:t>다음 상태와 핵심 처리</a:t>
                      </a:r>
                    </a:p>
                  </a:txBody>
                  <a:tcPr marL="133350" marR="133350" marT="95250" marB="76200">
                    <a:lnR w="9525">
                      <a:solidFill>
                        <a:srgbClr val="45364F"/>
                      </a:solidFill>
                      <a:prstDash val="solid"/>
                    </a:lnR>
                    <a:lnT w="9525">
                      <a:solidFill>
                        <a:srgbClr val="45364F"/>
                      </a:solidFill>
                      <a:prstDash val="solid"/>
                    </a:lnT>
                    <a:lnB w="9525">
                      <a:solidFill>
                        <a:srgbClr val="45364F"/>
                      </a:solidFill>
                      <a:prstDash val="solid"/>
                    </a:lnB>
                    <a:solidFill>
                      <a:srgbClr val="35182D"/>
                    </a:solidFill>
                  </a:tcPr>
                </a:tc>
              </a:tr>
              <a:tr h="457200">
                <a:tc>
                  <a:txBody>
                    <a:bodyPr/>
                    <a:lstStyle/>
                    <a:p>
                      <a:r>
                        <a:rPr sz="1650" b="0">
                          <a:solidFill>
                            <a:srgbClr val="F8F2FA"/>
                          </a:solidFill>
                          <a:latin typeface="Malgun Gothic"/>
                          <a:ea typeface="Malgun Gothic"/>
                          <a:cs typeface="Malgun Gothic"/>
                        </a:rPr>
                        <a:t>Ready</a:t>
                      </a:r>
                    </a:p>
                  </a:txBody>
                  <a:tcPr marL="133350" marR="133350" marT="95250" marB="76200">
                    <a:lnL w="9525">
                      <a:solidFill>
                        <a:srgbClr val="45364F"/>
                      </a:solidFill>
                      <a:prstDash val="solid"/>
                    </a:lnL>
                    <a:lnR w="9525">
                      <a:solidFill>
                        <a:srgbClr val="45364F"/>
                      </a:solidFill>
                      <a:prstDash val="solid"/>
                    </a:lnR>
                    <a:lnB w="9525">
                      <a:solidFill>
                        <a:srgbClr val="45364F"/>
                      </a:solidFill>
                      <a:prstDash val="solid"/>
                    </a:lnB>
                    <a:solidFill>
                      <a:srgbClr val="100E16"/>
                    </a:solidFill>
                  </a:tcPr>
                </a:tc>
                <a:tc>
                  <a:txBody>
                    <a:bodyPr/>
                    <a:lstStyle/>
                    <a:p>
                      <a:r>
                        <a:rPr sz="1650" b="0">
                          <a:solidFill>
                            <a:srgbClr val="F8F2FA"/>
                          </a:solidFill>
                          <a:latin typeface="Malgun Gothic"/>
                          <a:ea typeface="Malgun Gothic"/>
                          <a:cs typeface="Malgun Gothic"/>
                        </a:rPr>
                        <a:t>Go 시점</a:t>
                      </a:r>
                    </a:p>
                  </a:txBody>
                  <a:tcPr marL="133350" marR="133350" marT="95250" marB="76200">
                    <a:lnR w="9525">
                      <a:solidFill>
                        <a:srgbClr val="45364F"/>
                      </a:solidFill>
                      <a:prstDash val="solid"/>
                    </a:lnR>
                    <a:lnB w="9525">
                      <a:solidFill>
                        <a:srgbClr val="45364F"/>
                      </a:solidFill>
                      <a:prstDash val="solid"/>
                    </a:lnB>
                    <a:solidFill>
                      <a:srgbClr val="100E16"/>
                    </a:solidFill>
                  </a:tcPr>
                </a:tc>
                <a:tc>
                  <a:txBody>
                    <a:bodyPr/>
                    <a:lstStyle/>
                    <a:p>
                      <a:r>
                        <a:rPr sz="1650" b="0">
                          <a:solidFill>
                            <a:srgbClr val="F8F2FA"/>
                          </a:solidFill>
                          <a:latin typeface="Malgun Gothic"/>
                          <a:ea typeface="Malgun Gothic"/>
                          <a:cs typeface="Malgun Gothic"/>
                        </a:rPr>
                        <a:t>Playing, 입력·타이머·점수 시작</a:t>
                      </a:r>
                    </a:p>
                  </a:txBody>
                  <a:tcPr marL="133350" marR="133350" marT="95250" marB="76200">
                    <a:lnR w="9525">
                      <a:solidFill>
                        <a:srgbClr val="45364F"/>
                      </a:solidFill>
                      <a:prstDash val="solid"/>
                    </a:lnR>
                    <a:lnB w="9525">
                      <a:solidFill>
                        <a:srgbClr val="45364F"/>
                      </a:solidFill>
                      <a:prstDash val="solid"/>
                    </a:lnB>
                    <a:solidFill>
                      <a:srgbClr val="100E16"/>
                    </a:solidFill>
                  </a:tcPr>
                </a:tc>
              </a:tr>
              <a:tr h="457200">
                <a:tc>
                  <a:txBody>
                    <a:bodyPr/>
                    <a:lstStyle/>
                    <a:p>
                      <a:r>
                        <a:rPr sz="1650" b="0">
                          <a:solidFill>
                            <a:srgbClr val="F8F2FA"/>
                          </a:solidFill>
                          <a:latin typeface="Malgun Gothic"/>
                          <a:ea typeface="Malgun Gothic"/>
                          <a:cs typeface="Malgun Gothic"/>
                        </a:rPr>
                        <a:t>Playing</a:t>
                      </a:r>
                    </a:p>
                  </a:txBody>
                  <a:tcPr marL="133350" marR="133350" marT="95250" marB="76200">
                    <a:lnL w="9525">
                      <a:solidFill>
                        <a:srgbClr val="45364F"/>
                      </a:solidFill>
                      <a:prstDash val="solid"/>
                    </a:lnL>
                    <a:lnR w="9525">
                      <a:solidFill>
                        <a:srgbClr val="45364F"/>
                      </a:solidFill>
                      <a:prstDash val="solid"/>
                    </a:lnR>
                    <a:lnB w="9525">
                      <a:solidFill>
                        <a:srgbClr val="45364F"/>
                      </a:solidFill>
                      <a:prstDash val="solid"/>
                    </a:lnB>
                    <a:solidFill>
                      <a:srgbClr val="100E16"/>
                    </a:solidFill>
                  </a:tcPr>
                </a:tc>
                <a:tc>
                  <a:txBody>
                    <a:bodyPr/>
                    <a:lstStyle/>
                    <a:p>
                      <a:r>
                        <a:rPr sz="1650" b="0">
                          <a:solidFill>
                            <a:srgbClr val="F8F2FA"/>
                          </a:solidFill>
                          <a:latin typeface="Malgun Gothic"/>
                          <a:ea typeface="Malgun Gothic"/>
                          <a:cs typeface="Malgun Gothic"/>
                        </a:rPr>
                        <a:t>처치·니어 미스 / 사망</a:t>
                      </a:r>
                    </a:p>
                  </a:txBody>
                  <a:tcPr marL="133350" marR="133350" marT="95250" marB="76200">
                    <a:lnR w="9525">
                      <a:solidFill>
                        <a:srgbClr val="45364F"/>
                      </a:solidFill>
                      <a:prstDash val="solid"/>
                    </a:lnR>
                    <a:lnB w="9525">
                      <a:solidFill>
                        <a:srgbClr val="45364F"/>
                      </a:solidFill>
                      <a:prstDash val="solid"/>
                    </a:lnB>
                    <a:solidFill>
                      <a:srgbClr val="100E16"/>
                    </a:solidFill>
                  </a:tcPr>
                </a:tc>
                <a:tc>
                  <a:txBody>
                    <a:bodyPr/>
                    <a:lstStyle/>
                    <a:p>
                      <a:r>
                        <a:rPr sz="1650" b="0">
                          <a:solidFill>
                            <a:srgbClr val="F8F2FA"/>
                          </a:solidFill>
                          <a:latin typeface="Malgun Gothic"/>
                          <a:ea typeface="Malgun Gothic"/>
                          <a:cs typeface="Malgun Gothic"/>
                        </a:rPr>
                        <a:t>Playing, 4초 회복 / Dying, 입력 중단</a:t>
                      </a:r>
                    </a:p>
                  </a:txBody>
                  <a:tcPr marL="133350" marR="133350" marT="95250" marB="76200">
                    <a:lnR w="9525">
                      <a:solidFill>
                        <a:srgbClr val="45364F"/>
                      </a:solidFill>
                      <a:prstDash val="solid"/>
                    </a:lnR>
                    <a:lnB w="9525">
                      <a:solidFill>
                        <a:srgbClr val="45364F"/>
                      </a:solidFill>
                      <a:prstDash val="solid"/>
                    </a:lnB>
                    <a:solidFill>
                      <a:srgbClr val="100E16"/>
                    </a:solidFill>
                  </a:tcPr>
                </a:tc>
              </a:tr>
              <a:tr h="457200">
                <a:tc>
                  <a:txBody>
                    <a:bodyPr/>
                    <a:lstStyle/>
                    <a:p>
                      <a:r>
                        <a:rPr sz="1650" b="0">
                          <a:solidFill>
                            <a:srgbClr val="F8F2FA"/>
                          </a:solidFill>
                          <a:latin typeface="Malgun Gothic"/>
                          <a:ea typeface="Malgun Gothic"/>
                          <a:cs typeface="Malgun Gothic"/>
                        </a:rPr>
                        <a:t>RevivePrompt</a:t>
                      </a:r>
                    </a:p>
                  </a:txBody>
                  <a:tcPr marL="133350" marR="133350" marT="95250" marB="76200">
                    <a:lnL w="9525">
                      <a:solidFill>
                        <a:srgbClr val="45364F"/>
                      </a:solidFill>
                      <a:prstDash val="solid"/>
                    </a:lnL>
                    <a:lnR w="9525">
                      <a:solidFill>
                        <a:srgbClr val="45364F"/>
                      </a:solidFill>
                      <a:prstDash val="solid"/>
                    </a:lnR>
                    <a:lnB w="9525">
                      <a:solidFill>
                        <a:srgbClr val="45364F"/>
                      </a:solidFill>
                      <a:prstDash val="solid"/>
                    </a:lnB>
                    <a:solidFill>
                      <a:srgbClr val="100E16"/>
                    </a:solidFill>
                  </a:tcPr>
                </a:tc>
                <a:tc>
                  <a:txBody>
                    <a:bodyPr/>
                    <a:lstStyle/>
                    <a:p>
                      <a:r>
                        <a:rPr sz="1650" b="0">
                          <a:solidFill>
                            <a:srgbClr val="F8F2FA"/>
                          </a:solidFill>
                          <a:latin typeface="Malgun Gothic"/>
                          <a:ea typeface="Malgun Gothic"/>
                          <a:cs typeface="Malgun Gothic"/>
                        </a:rPr>
                        <a:t>쿠폰 사용 / 포기·만료</a:t>
                      </a:r>
                    </a:p>
                  </a:txBody>
                  <a:tcPr marL="133350" marR="133350" marT="95250" marB="76200">
                    <a:lnR w="9525">
                      <a:solidFill>
                        <a:srgbClr val="45364F"/>
                      </a:solidFill>
                      <a:prstDash val="solid"/>
                    </a:lnR>
                    <a:lnB w="9525">
                      <a:solidFill>
                        <a:srgbClr val="45364F"/>
                      </a:solidFill>
                      <a:prstDash val="solid"/>
                    </a:lnB>
                    <a:solidFill>
                      <a:srgbClr val="100E16"/>
                    </a:solidFill>
                  </a:tcPr>
                </a:tc>
                <a:tc>
                  <a:txBody>
                    <a:bodyPr/>
                    <a:lstStyle/>
                    <a:p>
                      <a:r>
                        <a:rPr sz="1650" b="0">
                          <a:solidFill>
                            <a:srgbClr val="F8F2FA"/>
                          </a:solidFill>
                          <a:latin typeface="Malgun Gothic"/>
                          <a:ea typeface="Malgun Gothic"/>
                          <a:cs typeface="Malgun Gothic"/>
                        </a:rPr>
                        <a:t>Playing, 런당 1회 / GameOver</a:t>
                      </a:r>
                    </a:p>
                  </a:txBody>
                  <a:tcPr marL="133350" marR="133350" marT="95250" marB="76200">
                    <a:lnR w="9525">
                      <a:solidFill>
                        <a:srgbClr val="45364F"/>
                      </a:solidFill>
                      <a:prstDash val="solid"/>
                    </a:lnR>
                    <a:lnB w="9525">
                      <a:solidFill>
                        <a:srgbClr val="45364F"/>
                      </a:solidFill>
                      <a:prstDash val="solid"/>
                    </a:lnB>
                    <a:solidFill>
                      <a:srgbClr val="100E16"/>
                    </a:solidFill>
                  </a:tcPr>
                </a:tc>
              </a:tr>
              <a:tr h="457200">
                <a:tc>
                  <a:txBody>
                    <a:bodyPr/>
                    <a:lstStyle/>
                    <a:p>
                      <a:r>
                        <a:rPr sz="1650" b="0">
                          <a:solidFill>
                            <a:srgbClr val="F8F2FA"/>
                          </a:solidFill>
                          <a:latin typeface="Malgun Gothic"/>
                          <a:ea typeface="Malgun Gothic"/>
                          <a:cs typeface="Malgun Gothic"/>
                        </a:rPr>
                        <a:t>Result</a:t>
                      </a:r>
                    </a:p>
                  </a:txBody>
                  <a:tcPr marL="133350" marR="133350" marT="95250" marB="76200">
                    <a:lnL w="9525">
                      <a:solidFill>
                        <a:srgbClr val="45364F"/>
                      </a:solidFill>
                      <a:prstDash val="solid"/>
                    </a:lnL>
                    <a:lnR w="9525">
                      <a:solidFill>
                        <a:srgbClr val="45364F"/>
                      </a:solidFill>
                      <a:prstDash val="solid"/>
                    </a:lnR>
                    <a:lnB w="9525">
                      <a:solidFill>
                        <a:srgbClr val="45364F"/>
                      </a:solidFill>
                      <a:prstDash val="solid"/>
                    </a:lnB>
                    <a:solidFill>
                      <a:srgbClr val="100E16"/>
                    </a:solidFill>
                  </a:tcPr>
                </a:tc>
                <a:tc>
                  <a:txBody>
                    <a:bodyPr/>
                    <a:lstStyle/>
                    <a:p>
                      <a:r>
                        <a:rPr sz="1650" b="0">
                          <a:solidFill>
                            <a:srgbClr val="F8F2FA"/>
                          </a:solidFill>
                          <a:latin typeface="Malgun Gothic"/>
                          <a:ea typeface="Malgun Gothic"/>
                          <a:cs typeface="Malgun Gothic"/>
                        </a:rPr>
                        <a:t>재시도 / 메뉴</a:t>
                      </a:r>
                    </a:p>
                  </a:txBody>
                  <a:tcPr marL="133350" marR="133350" marT="95250" marB="76200">
                    <a:lnR w="9525">
                      <a:solidFill>
                        <a:srgbClr val="45364F"/>
                      </a:solidFill>
                      <a:prstDash val="solid"/>
                    </a:lnR>
                    <a:lnB w="9525">
                      <a:solidFill>
                        <a:srgbClr val="45364F"/>
                      </a:solidFill>
                      <a:prstDash val="solid"/>
                    </a:lnB>
                    <a:solidFill>
                      <a:srgbClr val="100E16"/>
                    </a:solidFill>
                  </a:tcPr>
                </a:tc>
                <a:tc>
                  <a:txBody>
                    <a:bodyPr/>
                    <a:lstStyle/>
                    <a:p>
                      <a:r>
                        <a:rPr sz="1650" b="0">
                          <a:solidFill>
                            <a:srgbClr val="F8F2FA"/>
                          </a:solidFill>
                          <a:latin typeface="Malgun Gothic"/>
                          <a:ea typeface="Malgun Gothic"/>
                          <a:cs typeface="Malgun Gothic"/>
                        </a:rPr>
                        <a:t>Ready, 런 초기화 / Title</a:t>
                      </a:r>
                    </a:p>
                  </a:txBody>
                  <a:tcPr marL="133350" marR="133350" marT="95250" marB="76200">
                    <a:lnR w="9525">
                      <a:solidFill>
                        <a:srgbClr val="45364F"/>
                      </a:solidFill>
                      <a:prstDash val="solid"/>
                    </a:lnR>
                    <a:lnB w="9525">
                      <a:solidFill>
                        <a:srgbClr val="45364F"/>
                      </a:solidFill>
                      <a:prstDash val="solid"/>
                    </a:lnB>
                    <a:solidFill>
                      <a:srgbClr val="100E16"/>
                    </a:solidFill>
                  </a:tcPr>
                </a:tc>
              </a:tr>
            </a:tbl>
          </a:graphicData>
        </a:graphic>
      </p:graphicFrame>
      <p:sp>
        <p:nvSpPr>
          <p:cNvPr id="30" name="선정 이유: 시작 시점 통일, 사망·결과 중복 방지">
            <a:extLst xmlns:a="http://schemas.openxmlformats.org/drawingml/2006/main">
              <a:ext uri="{FF2B5EF4-FFF2-40B4-BE49-F238E27FC236}">
                <a16:creationId xmlns:a16="http://schemas.microsoft.com/office/drawing/2014/main" id="{95A5A8A2-08DC-4F86-90D4-2B4CF2DFD036}"/>
              </a:ext>
            </a:extLst>
          </p:cNvPr>
          <p:cNvSpPr>
            <a:spLocks xmlns:a="http://schemas.openxmlformats.org/drawingml/2006/main" noGrp="1"/>
          </p:cNvSpPr>
          <p:nvPr/>
        </p:nvSpPr>
        <p:spPr>
          <a:xfrm xmlns:a="http://schemas.openxmlformats.org/drawingml/2006/main">
            <a:off x="609600" y="6115050"/>
            <a:ext cx="10668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F2B6D3"/>
                </a:solidFill>
                <a:latin typeface="Malgun Gothic"/>
                <a:ea typeface="Malgun Gothic"/>
                <a:cs typeface="Malgun Gothic"/>
              </a:defRPr>
            </a:defPPr>
            <a:lvl1pPr algn="l">
              <a:defRPr sz="1650" b="0">
                <a:solidFill>
                  <a:srgbClr val="F2B6D3"/>
                </a:solidFill>
                <a:latin typeface="Malgun Gothic"/>
                <a:ea typeface="Malgun Gothic"/>
                <a:cs typeface="Malgun Gothic"/>
              </a:defRPr>
            </a:lvl1pPr>
            <a:lvl2pPr algn="l">
              <a:defRPr sz="1650" b="0">
                <a:solidFill>
                  <a:srgbClr val="F2B6D3"/>
                </a:solidFill>
                <a:latin typeface="Malgun Gothic"/>
                <a:ea typeface="Malgun Gothic"/>
                <a:cs typeface="Malgun Gothic"/>
              </a:defRPr>
            </a:lvl2pPr>
            <a:lvl3pPr algn="l">
              <a:defRPr sz="1650" b="0">
                <a:solidFill>
                  <a:srgbClr val="F2B6D3"/>
                </a:solidFill>
                <a:latin typeface="Malgun Gothic"/>
                <a:ea typeface="Malgun Gothic"/>
                <a:cs typeface="Malgun Gothic"/>
              </a:defRPr>
            </a:lvl3pPr>
            <a:lvl4pPr algn="l">
              <a:defRPr sz="1650" b="0">
                <a:solidFill>
                  <a:srgbClr val="F2B6D3"/>
                </a:solidFill>
                <a:latin typeface="Malgun Gothic"/>
                <a:ea typeface="Malgun Gothic"/>
                <a:cs typeface="Malgun Gothic"/>
              </a:defRPr>
            </a:lvl4pPr>
            <a:lvl5pPr algn="l">
              <a:defRPr sz="1650" b="0">
                <a:solidFill>
                  <a:srgbClr val="F2B6D3"/>
                </a:solidFill>
                <a:latin typeface="Malgun Gothic"/>
                <a:ea typeface="Malgun Gothic"/>
                <a:cs typeface="Malgun Gothic"/>
              </a:defRPr>
            </a:lvl5pPr>
            <a:lvl6pPr algn="l">
              <a:defRPr sz="1650" b="0">
                <a:solidFill>
                  <a:srgbClr val="F2B6D3"/>
                </a:solidFill>
                <a:latin typeface="Malgun Gothic"/>
                <a:ea typeface="Malgun Gothic"/>
                <a:cs typeface="Malgun Gothic"/>
              </a:defRPr>
            </a:lvl6pPr>
            <a:lvl7pPr algn="l">
              <a:defRPr sz="1650" b="0">
                <a:solidFill>
                  <a:srgbClr val="F2B6D3"/>
                </a:solidFill>
                <a:latin typeface="Malgun Gothic"/>
                <a:ea typeface="Malgun Gothic"/>
                <a:cs typeface="Malgun Gothic"/>
              </a:defRPr>
            </a:lvl7pPr>
            <a:lvl8pPr algn="l">
              <a:defRPr sz="1650" b="0">
                <a:solidFill>
                  <a:srgbClr val="F2B6D3"/>
                </a:solidFill>
                <a:latin typeface="Malgun Gothic"/>
                <a:ea typeface="Malgun Gothic"/>
                <a:cs typeface="Malgun Gothic"/>
              </a:defRPr>
            </a:lvl8pPr>
            <a:lvl9pPr algn="l">
              <a:defRPr sz="1650" b="0">
                <a:solidFill>
                  <a:srgbClr val="F2B6D3"/>
                </a:solidFill>
                <a:latin typeface="Malgun Gothic"/>
                <a:ea typeface="Malgun Gothic"/>
                <a:cs typeface="Malgun Gothic"/>
              </a:defRPr>
            </a:lvl9pPr>
          </a:lstStyle>
          <a:p xmlns:a="http://schemas.openxmlformats.org/drawingml/2006/main">
            <a:pPr algn="l">
              <a:defRPr sz="1650" b="0">
                <a:solidFill>
                  <a:srgbClr val="F2B6D3"/>
                </a:solidFill>
                <a:latin typeface="Malgun Gothic"/>
                <a:ea typeface="Malgun Gothic"/>
                <a:cs typeface="Malgun Gothic"/>
              </a:defRPr>
            </a:pPr>
            <a:r>
              <a:rPr sz="1650" b="0">
                <a:solidFill>
                  <a:srgbClr val="F2B6D3"/>
                </a:solidFill>
                <a:latin typeface="Malgun Gothic"/>
                <a:ea typeface="Malgun Gothic"/>
                <a:cs typeface="Malgun Gothic"/>
              </a:rPr>
              <a:t>선정 이유: 시작 시점 통일, 사망·결과 중복 방지, 부활 복귀를 명시적으로 관리</a:t>
            </a:r>
          </a:p>
        </p:txBody>
      </p:sp>
    </p:spTree>
    <p:extLst>
      <p:ext uri="{BB962C8B-B14F-4D97-AF65-F5344CB8AC3E}">
        <p14:creationId xmlns:p14="http://schemas.microsoft.com/office/powerpoint/2010/main" val="804731687"/>
      </p:ext>
    </p:extLst>
  </p:cSld>
</p:sld>
</file>

<file path=ppt/slides/slide7.xml><?xml version="1.0" encoding="utf-8"?>
<p:sld xmlns:p="http://schemas.openxmlformats.org/presentationml/2006/main">
  <p:cSld>
    <p:bg>
      <p:bgPr>
        <a:solidFill xmlns:a="http://schemas.openxmlformats.org/drawingml/2006/main">
          <a:srgbClr val="100E16"/>
        </a:solidFill>
      </p:bgPr>
    </p:bg>
    <p:spTree>
      <p:nvGrpSpPr>
        <p:cNvPr id="1" name=""/>
        <p:cNvGrpSpPr/>
        <p:nvPr/>
      </p:nvGrpSpPr>
      <p:grpSpPr>
        <a:xfrm xmlns:a="http://schemas.openxmlformats.org/drawingml/2006/main"/>
      </p:grpSpPr>
      <p:sp>
        <p:nvSpPr>
          <p:cNvPr id="2" name="AI 설계 2. 규칙 기반 PCG">
            <a:extLst xmlns:a="http://schemas.openxmlformats.org/drawingml/2006/main">
              <a:ext uri="{FF2B5EF4-FFF2-40B4-BE49-F238E27FC236}">
                <a16:creationId xmlns:a16="http://schemas.microsoft.com/office/drawing/2014/main" id="{98D40B8C-39C0-44E9-AEF7-0392BC6AAD6C}"/>
              </a:ext>
            </a:extLst>
          </p:cNvPr>
          <p:cNvSpPr>
            <a:spLocks xmlns:a="http://schemas.openxmlformats.org/drawingml/2006/main" noGrp="1"/>
          </p:cNvSpPr>
          <p:nvPr/>
        </p:nvSpPr>
        <p:spPr>
          <a:xfrm xmlns:a="http://schemas.openxmlformats.org/drawingml/2006/main">
            <a:off x="609600" y="428625"/>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F8F2FA"/>
                </a:solidFill>
                <a:latin typeface="Malgun Gothic"/>
                <a:ea typeface="Malgun Gothic"/>
                <a:cs typeface="Malgun Gothic"/>
              </a:defRPr>
            </a:defPPr>
            <a:lvl1pPr algn="l">
              <a:defRPr sz="3225" b="1">
                <a:solidFill>
                  <a:srgbClr val="F8F2FA"/>
                </a:solidFill>
                <a:latin typeface="Malgun Gothic"/>
                <a:ea typeface="Malgun Gothic"/>
                <a:cs typeface="Malgun Gothic"/>
              </a:defRPr>
            </a:lvl1pPr>
            <a:lvl2pPr algn="l">
              <a:defRPr sz="3225" b="1">
                <a:solidFill>
                  <a:srgbClr val="F8F2FA"/>
                </a:solidFill>
                <a:latin typeface="Malgun Gothic"/>
                <a:ea typeface="Malgun Gothic"/>
                <a:cs typeface="Malgun Gothic"/>
              </a:defRPr>
            </a:lvl2pPr>
            <a:lvl3pPr algn="l">
              <a:defRPr sz="3225" b="1">
                <a:solidFill>
                  <a:srgbClr val="F8F2FA"/>
                </a:solidFill>
                <a:latin typeface="Malgun Gothic"/>
                <a:ea typeface="Malgun Gothic"/>
                <a:cs typeface="Malgun Gothic"/>
              </a:defRPr>
            </a:lvl3pPr>
            <a:lvl4pPr algn="l">
              <a:defRPr sz="3225" b="1">
                <a:solidFill>
                  <a:srgbClr val="F8F2FA"/>
                </a:solidFill>
                <a:latin typeface="Malgun Gothic"/>
                <a:ea typeface="Malgun Gothic"/>
                <a:cs typeface="Malgun Gothic"/>
              </a:defRPr>
            </a:lvl4pPr>
            <a:lvl5pPr algn="l">
              <a:defRPr sz="3225" b="1">
                <a:solidFill>
                  <a:srgbClr val="F8F2FA"/>
                </a:solidFill>
                <a:latin typeface="Malgun Gothic"/>
                <a:ea typeface="Malgun Gothic"/>
                <a:cs typeface="Malgun Gothic"/>
              </a:defRPr>
            </a:lvl5pPr>
            <a:lvl6pPr algn="l">
              <a:defRPr sz="3225" b="1">
                <a:solidFill>
                  <a:srgbClr val="F8F2FA"/>
                </a:solidFill>
                <a:latin typeface="Malgun Gothic"/>
                <a:ea typeface="Malgun Gothic"/>
                <a:cs typeface="Malgun Gothic"/>
              </a:defRPr>
            </a:lvl6pPr>
            <a:lvl7pPr algn="l">
              <a:defRPr sz="3225" b="1">
                <a:solidFill>
                  <a:srgbClr val="F8F2FA"/>
                </a:solidFill>
                <a:latin typeface="Malgun Gothic"/>
                <a:ea typeface="Malgun Gothic"/>
                <a:cs typeface="Malgun Gothic"/>
              </a:defRPr>
            </a:lvl7pPr>
            <a:lvl8pPr algn="l">
              <a:defRPr sz="3225" b="1">
                <a:solidFill>
                  <a:srgbClr val="F8F2FA"/>
                </a:solidFill>
                <a:latin typeface="Malgun Gothic"/>
                <a:ea typeface="Malgun Gothic"/>
                <a:cs typeface="Malgun Gothic"/>
              </a:defRPr>
            </a:lvl8pPr>
            <a:lvl9pPr algn="l">
              <a:defRPr sz="3225" b="1">
                <a:solidFill>
                  <a:srgbClr val="F8F2FA"/>
                </a:solidFill>
                <a:latin typeface="Malgun Gothic"/>
                <a:ea typeface="Malgun Gothic"/>
                <a:cs typeface="Malgun Gothic"/>
              </a:defRPr>
            </a:lvl9pPr>
          </a:lstStyle>
          <a:p xmlns:a="http://schemas.openxmlformats.org/drawingml/2006/main">
            <a:pPr algn="l">
              <a:defRPr sz="3225" b="1">
                <a:solidFill>
                  <a:srgbClr val="F8F2FA"/>
                </a:solidFill>
                <a:latin typeface="Malgun Gothic"/>
                <a:ea typeface="Malgun Gothic"/>
                <a:cs typeface="Malgun Gothic"/>
              </a:defRPr>
            </a:pPr>
            <a:r>
              <a:rPr sz="3225" b="1">
                <a:solidFill>
                  <a:srgbClr val="F8F2FA"/>
                </a:solidFill>
                <a:latin typeface="Malgun Gothic"/>
                <a:ea typeface="Malgun Gothic"/>
                <a:cs typeface="Malgun Gothic"/>
              </a:rPr>
              <a:t>AI 설계 2. 규칙 기반 PCG</a:t>
            </a:r>
          </a:p>
        </p:txBody>
      </p:sp>
      <p:sp>
        <p:nvSpPr>
          <p:cNvPr id="3" name="06">
            <a:extLst xmlns:a="http://schemas.openxmlformats.org/drawingml/2006/main">
              <a:ext uri="{FF2B5EF4-FFF2-40B4-BE49-F238E27FC236}">
                <a16:creationId xmlns:a16="http://schemas.microsoft.com/office/drawing/2014/main" id="{2FEAECD3-DE45-4ADE-8ABA-434B7DB64989}"/>
              </a:ext>
            </a:extLst>
          </p:cNvPr>
          <p:cNvSpPr>
            <a:spLocks xmlns:a="http://schemas.openxmlformats.org/drawingml/2006/main" noGrp="1"/>
          </p:cNvSpPr>
          <p:nvPr/>
        </p:nvSpPr>
        <p:spPr>
          <a:xfrm xmlns:a="http://schemas.openxmlformats.org/drawingml/2006/main">
            <a:off x="10982325" y="6324600"/>
            <a:ext cx="590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BBAEC6"/>
                </a:solidFill>
                <a:latin typeface="Malgun Gothic"/>
                <a:ea typeface="Malgun Gothic"/>
                <a:cs typeface="Malgun Gothic"/>
              </a:defRPr>
            </a:defPPr>
            <a:lvl1pPr algn="r">
              <a:defRPr sz="1350" b="0">
                <a:solidFill>
                  <a:srgbClr val="BBAEC6"/>
                </a:solidFill>
                <a:latin typeface="Malgun Gothic"/>
                <a:ea typeface="Malgun Gothic"/>
                <a:cs typeface="Malgun Gothic"/>
              </a:defRPr>
            </a:lvl1pPr>
            <a:lvl2pPr algn="r">
              <a:defRPr sz="1350" b="0">
                <a:solidFill>
                  <a:srgbClr val="BBAEC6"/>
                </a:solidFill>
                <a:latin typeface="Malgun Gothic"/>
                <a:ea typeface="Malgun Gothic"/>
                <a:cs typeface="Malgun Gothic"/>
              </a:defRPr>
            </a:lvl2pPr>
            <a:lvl3pPr algn="r">
              <a:defRPr sz="1350" b="0">
                <a:solidFill>
                  <a:srgbClr val="BBAEC6"/>
                </a:solidFill>
                <a:latin typeface="Malgun Gothic"/>
                <a:ea typeface="Malgun Gothic"/>
                <a:cs typeface="Malgun Gothic"/>
              </a:defRPr>
            </a:lvl3pPr>
            <a:lvl4pPr algn="r">
              <a:defRPr sz="1350" b="0">
                <a:solidFill>
                  <a:srgbClr val="BBAEC6"/>
                </a:solidFill>
                <a:latin typeface="Malgun Gothic"/>
                <a:ea typeface="Malgun Gothic"/>
                <a:cs typeface="Malgun Gothic"/>
              </a:defRPr>
            </a:lvl4pPr>
            <a:lvl5pPr algn="r">
              <a:defRPr sz="1350" b="0">
                <a:solidFill>
                  <a:srgbClr val="BBAEC6"/>
                </a:solidFill>
                <a:latin typeface="Malgun Gothic"/>
                <a:ea typeface="Malgun Gothic"/>
                <a:cs typeface="Malgun Gothic"/>
              </a:defRPr>
            </a:lvl5pPr>
            <a:lvl6pPr algn="r">
              <a:defRPr sz="1350" b="0">
                <a:solidFill>
                  <a:srgbClr val="BBAEC6"/>
                </a:solidFill>
                <a:latin typeface="Malgun Gothic"/>
                <a:ea typeface="Malgun Gothic"/>
                <a:cs typeface="Malgun Gothic"/>
              </a:defRPr>
            </a:lvl6pPr>
            <a:lvl7pPr algn="r">
              <a:defRPr sz="1350" b="0">
                <a:solidFill>
                  <a:srgbClr val="BBAEC6"/>
                </a:solidFill>
                <a:latin typeface="Malgun Gothic"/>
                <a:ea typeface="Malgun Gothic"/>
                <a:cs typeface="Malgun Gothic"/>
              </a:defRPr>
            </a:lvl7pPr>
            <a:lvl8pPr algn="r">
              <a:defRPr sz="1350" b="0">
                <a:solidFill>
                  <a:srgbClr val="BBAEC6"/>
                </a:solidFill>
                <a:latin typeface="Malgun Gothic"/>
                <a:ea typeface="Malgun Gothic"/>
                <a:cs typeface="Malgun Gothic"/>
              </a:defRPr>
            </a:lvl8pPr>
            <a:lvl9pPr algn="r">
              <a:defRPr sz="1350" b="0">
                <a:solidFill>
                  <a:srgbClr val="BBAEC6"/>
                </a:solidFill>
                <a:latin typeface="Malgun Gothic"/>
                <a:ea typeface="Malgun Gothic"/>
                <a:cs typeface="Malgun Gothic"/>
              </a:defRPr>
            </a:lvl9pPr>
          </a:lstStyle>
          <a:p xmlns:a="http://schemas.openxmlformats.org/drawingml/2006/main">
            <a:pPr algn="r">
              <a:defRPr sz="1350" b="0">
                <a:solidFill>
                  <a:srgbClr val="BBAEC6"/>
                </a:solidFill>
                <a:latin typeface="Malgun Gothic"/>
                <a:ea typeface="Malgun Gothic"/>
                <a:cs typeface="Malgun Gothic"/>
              </a:defRPr>
            </a:pPr>
            <a:r>
              <a:rPr sz="1350" b="0">
                <a:solidFill>
                  <a:srgbClr val="BBAEC6"/>
                </a:solidFill>
                <a:latin typeface="Malgun Gothic"/>
                <a:ea typeface="Malgun Gothic"/>
                <a:cs typeface="Malgun Gothic"/>
              </a:rPr>
              <a:t>06</a:t>
            </a:r>
          </a:p>
        </p:txBody>
      </p:sp>
      <p:sp>
        <p:nvSpPr>
          <p:cNvPr id="4" name="검수한 패턴을 조건에 맞게 선택하고 연결한다">
            <a:extLst xmlns:a="http://schemas.openxmlformats.org/drawingml/2006/main">
              <a:ext uri="{FF2B5EF4-FFF2-40B4-BE49-F238E27FC236}">
                <a16:creationId xmlns:a16="http://schemas.microsoft.com/office/drawing/2014/main" id="{0FE73E35-04F8-4351-8742-C50AE883A6C3}"/>
              </a:ext>
            </a:extLst>
          </p:cNvPr>
          <p:cNvSpPr>
            <a:spLocks xmlns:a="http://schemas.openxmlformats.org/drawingml/2006/main" noGrp="1"/>
          </p:cNvSpPr>
          <p:nvPr/>
        </p:nvSpPr>
        <p:spPr>
          <a:xfrm xmlns:a="http://schemas.openxmlformats.org/drawingml/2006/main">
            <a:off x="609600" y="1181100"/>
            <a:ext cx="1095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BBAEC6"/>
                </a:solidFill>
                <a:latin typeface="Malgun Gothic"/>
                <a:ea typeface="Malgun Gothic"/>
                <a:cs typeface="Malgun Gothic"/>
              </a:defRPr>
            </a:defPPr>
            <a:lvl1pPr algn="l">
              <a:defRPr sz="2025" b="0">
                <a:solidFill>
                  <a:srgbClr val="BBAEC6"/>
                </a:solidFill>
                <a:latin typeface="Malgun Gothic"/>
                <a:ea typeface="Malgun Gothic"/>
                <a:cs typeface="Malgun Gothic"/>
              </a:defRPr>
            </a:lvl1pPr>
            <a:lvl2pPr algn="l">
              <a:defRPr sz="2025" b="0">
                <a:solidFill>
                  <a:srgbClr val="BBAEC6"/>
                </a:solidFill>
                <a:latin typeface="Malgun Gothic"/>
                <a:ea typeface="Malgun Gothic"/>
                <a:cs typeface="Malgun Gothic"/>
              </a:defRPr>
            </a:lvl2pPr>
            <a:lvl3pPr algn="l">
              <a:defRPr sz="2025" b="0">
                <a:solidFill>
                  <a:srgbClr val="BBAEC6"/>
                </a:solidFill>
                <a:latin typeface="Malgun Gothic"/>
                <a:ea typeface="Malgun Gothic"/>
                <a:cs typeface="Malgun Gothic"/>
              </a:defRPr>
            </a:lvl3pPr>
            <a:lvl4pPr algn="l">
              <a:defRPr sz="2025" b="0">
                <a:solidFill>
                  <a:srgbClr val="BBAEC6"/>
                </a:solidFill>
                <a:latin typeface="Malgun Gothic"/>
                <a:ea typeface="Malgun Gothic"/>
                <a:cs typeface="Malgun Gothic"/>
              </a:defRPr>
            </a:lvl4pPr>
            <a:lvl5pPr algn="l">
              <a:defRPr sz="2025" b="0">
                <a:solidFill>
                  <a:srgbClr val="BBAEC6"/>
                </a:solidFill>
                <a:latin typeface="Malgun Gothic"/>
                <a:ea typeface="Malgun Gothic"/>
                <a:cs typeface="Malgun Gothic"/>
              </a:defRPr>
            </a:lvl5pPr>
            <a:lvl6pPr algn="l">
              <a:defRPr sz="2025" b="0">
                <a:solidFill>
                  <a:srgbClr val="BBAEC6"/>
                </a:solidFill>
                <a:latin typeface="Malgun Gothic"/>
                <a:ea typeface="Malgun Gothic"/>
                <a:cs typeface="Malgun Gothic"/>
              </a:defRPr>
            </a:lvl6pPr>
            <a:lvl7pPr algn="l">
              <a:defRPr sz="2025" b="0">
                <a:solidFill>
                  <a:srgbClr val="BBAEC6"/>
                </a:solidFill>
                <a:latin typeface="Malgun Gothic"/>
                <a:ea typeface="Malgun Gothic"/>
                <a:cs typeface="Malgun Gothic"/>
              </a:defRPr>
            </a:lvl7pPr>
            <a:lvl8pPr algn="l">
              <a:defRPr sz="2025" b="0">
                <a:solidFill>
                  <a:srgbClr val="BBAEC6"/>
                </a:solidFill>
                <a:latin typeface="Malgun Gothic"/>
                <a:ea typeface="Malgun Gothic"/>
                <a:cs typeface="Malgun Gothic"/>
              </a:defRPr>
            </a:lvl8pPr>
            <a:lvl9pPr algn="l">
              <a:defRPr sz="2025" b="0">
                <a:solidFill>
                  <a:srgbClr val="BBAEC6"/>
                </a:solidFill>
                <a:latin typeface="Malgun Gothic"/>
                <a:ea typeface="Malgun Gothic"/>
                <a:cs typeface="Malgun Gothic"/>
              </a:defRPr>
            </a:lvl9pPr>
          </a:lstStyle>
          <a:p xmlns:a="http://schemas.openxmlformats.org/drawingml/2006/main">
            <a:pPr algn="l">
              <a:defRPr sz="2025" b="0">
                <a:solidFill>
                  <a:srgbClr val="BBAEC6"/>
                </a:solidFill>
                <a:latin typeface="Malgun Gothic"/>
                <a:ea typeface="Malgun Gothic"/>
                <a:cs typeface="Malgun Gothic"/>
              </a:defRPr>
            </a:pPr>
            <a:r>
              <a:rPr sz="2025" b="0">
                <a:solidFill>
                  <a:srgbClr val="BBAEC6"/>
                </a:solidFill>
                <a:latin typeface="Malgun Gothic"/>
                <a:ea typeface="Malgun Gothic"/>
                <a:cs typeface="Malgun Gothic"/>
              </a:rPr>
              <a:t>검수한 패턴을 조건에 맞게 선택하고 연결한다</a:t>
            </a:r>
          </a:p>
        </p:txBody>
      </p:sp>
      <p:sp>
        <p:nvSpPr>
          <p:cNvPr id="5" name="01  현재 시간과 직전 출구 상태 확인&#10;&#10;02  ">
            <a:extLst xmlns:a="http://schemas.openxmlformats.org/drawingml/2006/main">
              <a:ext uri="{FF2B5EF4-FFF2-40B4-BE49-F238E27FC236}">
                <a16:creationId xmlns:a16="http://schemas.microsoft.com/office/drawing/2014/main" id="{D35CEC40-62B2-499C-95D8-8E1D26B3CC1E}"/>
              </a:ext>
            </a:extLst>
          </p:cNvPr>
          <p:cNvSpPr>
            <a:spLocks xmlns:a="http://schemas.openxmlformats.org/drawingml/2006/main" noGrp="1"/>
          </p:cNvSpPr>
          <p:nvPr/>
        </p:nvSpPr>
        <p:spPr>
          <a:xfrm xmlns:a="http://schemas.openxmlformats.org/drawingml/2006/main">
            <a:off x="609600" y="1800225"/>
            <a:ext cx="7334250" cy="3467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F8F2FA"/>
                </a:solidFill>
                <a:latin typeface="Malgun Gothic"/>
                <a:ea typeface="Malgun Gothic"/>
                <a:cs typeface="Malgun Gothic"/>
              </a:defRPr>
            </a:defPPr>
            <a:lvl1pPr algn="l">
              <a:defRPr sz="2100" b="1">
                <a:solidFill>
                  <a:srgbClr val="F8F2FA"/>
                </a:solidFill>
                <a:latin typeface="Malgun Gothic"/>
                <a:ea typeface="Malgun Gothic"/>
                <a:cs typeface="Malgun Gothic"/>
              </a:defRPr>
            </a:lvl1pPr>
            <a:lvl2pPr algn="l">
              <a:defRPr sz="2100" b="1">
                <a:solidFill>
                  <a:srgbClr val="F8F2FA"/>
                </a:solidFill>
                <a:latin typeface="Malgun Gothic"/>
                <a:ea typeface="Malgun Gothic"/>
                <a:cs typeface="Malgun Gothic"/>
              </a:defRPr>
            </a:lvl2pPr>
            <a:lvl3pPr algn="l">
              <a:defRPr sz="2100" b="1">
                <a:solidFill>
                  <a:srgbClr val="F8F2FA"/>
                </a:solidFill>
                <a:latin typeface="Malgun Gothic"/>
                <a:ea typeface="Malgun Gothic"/>
                <a:cs typeface="Malgun Gothic"/>
              </a:defRPr>
            </a:lvl3pPr>
            <a:lvl4pPr algn="l">
              <a:defRPr sz="2100" b="1">
                <a:solidFill>
                  <a:srgbClr val="F8F2FA"/>
                </a:solidFill>
                <a:latin typeface="Malgun Gothic"/>
                <a:ea typeface="Malgun Gothic"/>
                <a:cs typeface="Malgun Gothic"/>
              </a:defRPr>
            </a:lvl4pPr>
            <a:lvl5pPr algn="l">
              <a:defRPr sz="2100" b="1">
                <a:solidFill>
                  <a:srgbClr val="F8F2FA"/>
                </a:solidFill>
                <a:latin typeface="Malgun Gothic"/>
                <a:ea typeface="Malgun Gothic"/>
                <a:cs typeface="Malgun Gothic"/>
              </a:defRPr>
            </a:lvl5pPr>
            <a:lvl6pPr algn="l">
              <a:defRPr sz="2100" b="1">
                <a:solidFill>
                  <a:srgbClr val="F8F2FA"/>
                </a:solidFill>
                <a:latin typeface="Malgun Gothic"/>
                <a:ea typeface="Malgun Gothic"/>
                <a:cs typeface="Malgun Gothic"/>
              </a:defRPr>
            </a:lvl6pPr>
            <a:lvl7pPr algn="l">
              <a:defRPr sz="2100" b="1">
                <a:solidFill>
                  <a:srgbClr val="F8F2FA"/>
                </a:solidFill>
                <a:latin typeface="Malgun Gothic"/>
                <a:ea typeface="Malgun Gothic"/>
                <a:cs typeface="Malgun Gothic"/>
              </a:defRPr>
            </a:lvl7pPr>
            <a:lvl8pPr algn="l">
              <a:defRPr sz="2100" b="1">
                <a:solidFill>
                  <a:srgbClr val="F8F2FA"/>
                </a:solidFill>
                <a:latin typeface="Malgun Gothic"/>
                <a:ea typeface="Malgun Gothic"/>
                <a:cs typeface="Malgun Gothic"/>
              </a:defRPr>
            </a:lvl8pPr>
            <a:lvl9pPr algn="l">
              <a:defRPr sz="2100" b="1">
                <a:solidFill>
                  <a:srgbClr val="F8F2FA"/>
                </a:solidFill>
                <a:latin typeface="Malgun Gothic"/>
                <a:ea typeface="Malgun Gothic"/>
                <a:cs typeface="Malgun Gothic"/>
              </a:defRPr>
            </a:lvl9pPr>
          </a:lstStyle>
          <a:p xmlns:a="http://schemas.openxmlformats.org/drawingml/2006/main">
            <a:pPr algn="l">
              <a:defRPr sz="2100" b="1">
                <a:solidFill>
                  <a:srgbClr val="F8F2FA"/>
                </a:solidFill>
                <a:latin typeface="Malgun Gothic"/>
                <a:ea typeface="Malgun Gothic"/>
                <a:cs typeface="Malgun Gothic"/>
              </a:defRPr>
            </a:pPr>
            <a:r>
              <a:rPr sz="2100" b="1">
                <a:solidFill>
                  <a:srgbClr val="F8F2FA"/>
                </a:solidFill>
                <a:latin typeface="Malgun Gothic"/>
                <a:ea typeface="Malgun Gothic"/>
                <a:cs typeface="Malgun Gothic"/>
              </a:rPr>
              <a:t>01  현재 시간과 직전 출구 상태 확인</a:t>
            </a:r>
          </a:p>
          <a:p xmlns:a="http://schemas.openxmlformats.org/drawingml/2006/main">
            <a:r>
              <a:t/>
            </a:r>
          </a:p>
          <a:p xmlns:a="http://schemas.openxmlformats.org/drawingml/2006/main">
            <a:pPr algn="l">
              <a:defRPr sz="2100" b="1">
                <a:solidFill>
                  <a:srgbClr val="F8F2FA"/>
                </a:solidFill>
                <a:latin typeface="Malgun Gothic"/>
                <a:ea typeface="Malgun Gothic"/>
                <a:cs typeface="Malgun Gothic"/>
              </a:defRPr>
            </a:pPr>
            <a:r>
              <a:rPr sz="2100" b="1">
                <a:solidFill>
                  <a:srgbClr val="F8F2FA"/>
                </a:solidFill>
                <a:latin typeface="Malgun Gothic"/>
                <a:ea typeface="Malgun Gothic"/>
                <a:cs typeface="Malgun Gothic"/>
              </a:rPr>
              <a:t>02  난도·연결·연속 반복으로 후보 제한</a:t>
            </a:r>
          </a:p>
          <a:p xmlns:a="http://schemas.openxmlformats.org/drawingml/2006/main">
            <a:r>
              <a:t/>
            </a:r>
          </a:p>
          <a:p xmlns:a="http://schemas.openxmlformats.org/drawingml/2006/main">
            <a:pPr algn="l">
              <a:defRPr sz="2100" b="1">
                <a:solidFill>
                  <a:srgbClr val="F8F2FA"/>
                </a:solidFill>
                <a:latin typeface="Malgun Gothic"/>
                <a:ea typeface="Malgun Gothic"/>
                <a:cs typeface="Malgun Gothic"/>
              </a:defRPr>
            </a:pPr>
            <a:r>
              <a:rPr sz="2100" b="1">
                <a:solidFill>
                  <a:srgbClr val="F8F2FA"/>
                </a:solidFill>
                <a:latin typeface="Malgun Gothic"/>
                <a:ea typeface="Malgun Gothic"/>
                <a:cs typeface="Malgun Gothic"/>
              </a:rPr>
              <a:t>03  내부·경계의 보상 간격 검사</a:t>
            </a:r>
          </a:p>
          <a:p xmlns:a="http://schemas.openxmlformats.org/drawingml/2006/main">
            <a:r>
              <a:t/>
            </a:r>
          </a:p>
          <a:p xmlns:a="http://schemas.openxmlformats.org/drawingml/2006/main">
            <a:pPr algn="l">
              <a:defRPr sz="2100" b="1">
                <a:solidFill>
                  <a:srgbClr val="F8F2FA"/>
                </a:solidFill>
                <a:latin typeface="Malgun Gothic"/>
                <a:ea typeface="Malgun Gothic"/>
                <a:cs typeface="Malgun Gothic"/>
              </a:defRPr>
            </a:pPr>
            <a:r>
              <a:rPr sz="2100" b="1">
                <a:solidFill>
                  <a:srgbClr val="F8F2FA"/>
                </a:solidFill>
                <a:latin typeface="Malgun Gothic"/>
                <a:ea typeface="Malgun Gothic"/>
                <a:cs typeface="Malgun Gothic"/>
              </a:rPr>
              <a:t>04  난수 선택, 앞쪽 4개 구간 유지</a:t>
            </a:r>
          </a:p>
          <a:p xmlns:a="http://schemas.openxmlformats.org/drawingml/2006/main">
            <a:r>
              <a:t/>
            </a:r>
          </a:p>
          <a:p xmlns:a="http://schemas.openxmlformats.org/drawingml/2006/main">
            <a:pPr algn="l">
              <a:defRPr sz="2100" b="1">
                <a:solidFill>
                  <a:srgbClr val="F8F2FA"/>
                </a:solidFill>
                <a:latin typeface="Malgun Gothic"/>
                <a:ea typeface="Malgun Gothic"/>
                <a:cs typeface="Malgun Gothic"/>
              </a:defRPr>
            </a:pPr>
            <a:r>
              <a:rPr sz="2100" b="1">
                <a:solidFill>
                  <a:srgbClr val="F8F2FA"/>
                </a:solidFill>
                <a:latin typeface="Malgun Gothic"/>
                <a:ea typeface="Malgun Gothic"/>
                <a:cs typeface="Malgun Gothic"/>
              </a:rPr>
              <a:t>05  후방 정리, 고정 시드로 오류 재현</a:t>
            </a:r>
          </a:p>
        </p:txBody>
      </p:sp>
      <p:sp>
        <p:nvSpPr>
          <p:cNvPr id="6" name="3.5초">
            <a:extLst xmlns:a="http://schemas.openxmlformats.org/drawingml/2006/main">
              <a:ext uri="{FF2B5EF4-FFF2-40B4-BE49-F238E27FC236}">
                <a16:creationId xmlns:a16="http://schemas.microsoft.com/office/drawing/2014/main" id="{298AA52B-0021-4DBA-865C-41CF09B637A7}"/>
              </a:ext>
            </a:extLst>
          </p:cNvPr>
          <p:cNvSpPr>
            <a:spLocks xmlns:a="http://schemas.openxmlformats.org/drawingml/2006/main" noGrp="1"/>
          </p:cNvSpPr>
          <p:nvPr/>
        </p:nvSpPr>
        <p:spPr>
          <a:xfrm xmlns:a="http://schemas.openxmlformats.org/drawingml/2006/main">
            <a:off x="8629650" y="1762125"/>
            <a:ext cx="28575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250" b="1">
                <a:solidFill>
                  <a:srgbClr val="FF4B9B"/>
                </a:solidFill>
                <a:latin typeface="Malgun Gothic"/>
                <a:ea typeface="Malgun Gothic"/>
                <a:cs typeface="Malgun Gothic"/>
              </a:defRPr>
            </a:defPPr>
            <a:lvl1pPr algn="l">
              <a:defRPr sz="5250" b="1">
                <a:solidFill>
                  <a:srgbClr val="FF4B9B"/>
                </a:solidFill>
                <a:latin typeface="Malgun Gothic"/>
                <a:ea typeface="Malgun Gothic"/>
                <a:cs typeface="Malgun Gothic"/>
              </a:defRPr>
            </a:lvl1pPr>
            <a:lvl2pPr algn="l">
              <a:defRPr sz="5250" b="1">
                <a:solidFill>
                  <a:srgbClr val="FF4B9B"/>
                </a:solidFill>
                <a:latin typeface="Malgun Gothic"/>
                <a:ea typeface="Malgun Gothic"/>
                <a:cs typeface="Malgun Gothic"/>
              </a:defRPr>
            </a:lvl2pPr>
            <a:lvl3pPr algn="l">
              <a:defRPr sz="5250" b="1">
                <a:solidFill>
                  <a:srgbClr val="FF4B9B"/>
                </a:solidFill>
                <a:latin typeface="Malgun Gothic"/>
                <a:ea typeface="Malgun Gothic"/>
                <a:cs typeface="Malgun Gothic"/>
              </a:defRPr>
            </a:lvl3pPr>
            <a:lvl4pPr algn="l">
              <a:defRPr sz="5250" b="1">
                <a:solidFill>
                  <a:srgbClr val="FF4B9B"/>
                </a:solidFill>
                <a:latin typeface="Malgun Gothic"/>
                <a:ea typeface="Malgun Gothic"/>
                <a:cs typeface="Malgun Gothic"/>
              </a:defRPr>
            </a:lvl4pPr>
            <a:lvl5pPr algn="l">
              <a:defRPr sz="5250" b="1">
                <a:solidFill>
                  <a:srgbClr val="FF4B9B"/>
                </a:solidFill>
                <a:latin typeface="Malgun Gothic"/>
                <a:ea typeface="Malgun Gothic"/>
                <a:cs typeface="Malgun Gothic"/>
              </a:defRPr>
            </a:lvl5pPr>
            <a:lvl6pPr algn="l">
              <a:defRPr sz="5250" b="1">
                <a:solidFill>
                  <a:srgbClr val="FF4B9B"/>
                </a:solidFill>
                <a:latin typeface="Malgun Gothic"/>
                <a:ea typeface="Malgun Gothic"/>
                <a:cs typeface="Malgun Gothic"/>
              </a:defRPr>
            </a:lvl6pPr>
            <a:lvl7pPr algn="l">
              <a:defRPr sz="5250" b="1">
                <a:solidFill>
                  <a:srgbClr val="FF4B9B"/>
                </a:solidFill>
                <a:latin typeface="Malgun Gothic"/>
                <a:ea typeface="Malgun Gothic"/>
                <a:cs typeface="Malgun Gothic"/>
              </a:defRPr>
            </a:lvl7pPr>
            <a:lvl8pPr algn="l">
              <a:defRPr sz="5250" b="1">
                <a:solidFill>
                  <a:srgbClr val="FF4B9B"/>
                </a:solidFill>
                <a:latin typeface="Malgun Gothic"/>
                <a:ea typeface="Malgun Gothic"/>
                <a:cs typeface="Malgun Gothic"/>
              </a:defRPr>
            </a:lvl8pPr>
            <a:lvl9pPr algn="l">
              <a:defRPr sz="5250" b="1">
                <a:solidFill>
                  <a:srgbClr val="FF4B9B"/>
                </a:solidFill>
                <a:latin typeface="Malgun Gothic"/>
                <a:ea typeface="Malgun Gothic"/>
                <a:cs typeface="Malgun Gothic"/>
              </a:defRPr>
            </a:lvl9pPr>
          </a:lstStyle>
          <a:p xmlns:a="http://schemas.openxmlformats.org/drawingml/2006/main">
            <a:pPr algn="l">
              <a:defRPr sz="5250" b="1">
                <a:solidFill>
                  <a:srgbClr val="FF4B9B"/>
                </a:solidFill>
                <a:latin typeface="Malgun Gothic"/>
                <a:ea typeface="Malgun Gothic"/>
                <a:cs typeface="Malgun Gothic"/>
              </a:defRPr>
            </a:pPr>
            <a:r>
              <a:rPr sz="5250" b="1">
                <a:solidFill>
                  <a:srgbClr val="FF4B9B"/>
                </a:solidFill>
                <a:latin typeface="Malgun Gothic"/>
                <a:ea typeface="Malgun Gothic"/>
                <a:cs typeface="Malgun Gothic"/>
              </a:rPr>
              <a:t>3.5초</a:t>
            </a:r>
          </a:p>
        </p:txBody>
      </p:sp>
      <p:sp>
        <p:nvSpPr>
          <p:cNvPr id="7" name="후보 보상 간격 상한">
            <a:extLst xmlns:a="http://schemas.openxmlformats.org/drawingml/2006/main">
              <a:ext uri="{FF2B5EF4-FFF2-40B4-BE49-F238E27FC236}">
                <a16:creationId xmlns:a16="http://schemas.microsoft.com/office/drawing/2014/main" id="{6F2D7020-EDF2-42F9-B3AA-53707C98967C}"/>
              </a:ext>
            </a:extLst>
          </p:cNvPr>
          <p:cNvSpPr>
            <a:spLocks xmlns:a="http://schemas.openxmlformats.org/drawingml/2006/main" noGrp="1"/>
          </p:cNvSpPr>
          <p:nvPr/>
        </p:nvSpPr>
        <p:spPr>
          <a:xfrm xmlns:a="http://schemas.openxmlformats.org/drawingml/2006/main">
            <a:off x="8639175" y="2762250"/>
            <a:ext cx="285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F2B6D3"/>
                </a:solidFill>
                <a:latin typeface="Malgun Gothic"/>
                <a:ea typeface="Malgun Gothic"/>
                <a:cs typeface="Malgun Gothic"/>
              </a:defRPr>
            </a:defPPr>
            <a:lvl1pPr algn="l">
              <a:defRPr sz="1800" b="1">
                <a:solidFill>
                  <a:srgbClr val="F2B6D3"/>
                </a:solidFill>
                <a:latin typeface="Malgun Gothic"/>
                <a:ea typeface="Malgun Gothic"/>
                <a:cs typeface="Malgun Gothic"/>
              </a:defRPr>
            </a:lvl1pPr>
            <a:lvl2pPr algn="l">
              <a:defRPr sz="1800" b="1">
                <a:solidFill>
                  <a:srgbClr val="F2B6D3"/>
                </a:solidFill>
                <a:latin typeface="Malgun Gothic"/>
                <a:ea typeface="Malgun Gothic"/>
                <a:cs typeface="Malgun Gothic"/>
              </a:defRPr>
            </a:lvl2pPr>
            <a:lvl3pPr algn="l">
              <a:defRPr sz="1800" b="1">
                <a:solidFill>
                  <a:srgbClr val="F2B6D3"/>
                </a:solidFill>
                <a:latin typeface="Malgun Gothic"/>
                <a:ea typeface="Malgun Gothic"/>
                <a:cs typeface="Malgun Gothic"/>
              </a:defRPr>
            </a:lvl3pPr>
            <a:lvl4pPr algn="l">
              <a:defRPr sz="1800" b="1">
                <a:solidFill>
                  <a:srgbClr val="F2B6D3"/>
                </a:solidFill>
                <a:latin typeface="Malgun Gothic"/>
                <a:ea typeface="Malgun Gothic"/>
                <a:cs typeface="Malgun Gothic"/>
              </a:defRPr>
            </a:lvl4pPr>
            <a:lvl5pPr algn="l">
              <a:defRPr sz="1800" b="1">
                <a:solidFill>
                  <a:srgbClr val="F2B6D3"/>
                </a:solidFill>
                <a:latin typeface="Malgun Gothic"/>
                <a:ea typeface="Malgun Gothic"/>
                <a:cs typeface="Malgun Gothic"/>
              </a:defRPr>
            </a:lvl5pPr>
            <a:lvl6pPr algn="l">
              <a:defRPr sz="1800" b="1">
                <a:solidFill>
                  <a:srgbClr val="F2B6D3"/>
                </a:solidFill>
                <a:latin typeface="Malgun Gothic"/>
                <a:ea typeface="Malgun Gothic"/>
                <a:cs typeface="Malgun Gothic"/>
              </a:defRPr>
            </a:lvl6pPr>
            <a:lvl7pPr algn="l">
              <a:defRPr sz="1800" b="1">
                <a:solidFill>
                  <a:srgbClr val="F2B6D3"/>
                </a:solidFill>
                <a:latin typeface="Malgun Gothic"/>
                <a:ea typeface="Malgun Gothic"/>
                <a:cs typeface="Malgun Gothic"/>
              </a:defRPr>
            </a:lvl7pPr>
            <a:lvl8pPr algn="l">
              <a:defRPr sz="1800" b="1">
                <a:solidFill>
                  <a:srgbClr val="F2B6D3"/>
                </a:solidFill>
                <a:latin typeface="Malgun Gothic"/>
                <a:ea typeface="Malgun Gothic"/>
                <a:cs typeface="Malgun Gothic"/>
              </a:defRPr>
            </a:lvl8pPr>
            <a:lvl9pPr algn="l">
              <a:defRPr sz="1800" b="1">
                <a:solidFill>
                  <a:srgbClr val="F2B6D3"/>
                </a:solidFill>
                <a:latin typeface="Malgun Gothic"/>
                <a:ea typeface="Malgun Gothic"/>
                <a:cs typeface="Malgun Gothic"/>
              </a:defRPr>
            </a:lvl9pPr>
          </a:lstStyle>
          <a:p xmlns:a="http://schemas.openxmlformats.org/drawingml/2006/main">
            <a:pPr algn="l">
              <a:defRPr sz="1800" b="1">
                <a:solidFill>
                  <a:srgbClr val="F2B6D3"/>
                </a:solidFill>
                <a:latin typeface="Malgun Gothic"/>
                <a:ea typeface="Malgun Gothic"/>
                <a:cs typeface="Malgun Gothic"/>
              </a:defRPr>
            </a:pPr>
            <a:r>
              <a:rPr sz="1800" b="1">
                <a:solidFill>
                  <a:srgbClr val="F2B6D3"/>
                </a:solidFill>
                <a:latin typeface="Malgun Gothic"/>
                <a:ea typeface="Malgun Gothic"/>
                <a:cs typeface="Malgun Gothic"/>
              </a:rPr>
              <a:t>후보 보상 간격 상한</a:t>
            </a:r>
          </a:p>
        </p:txBody>
      </p:sp>
      <p:sp>
        <p:nvSpPr>
          <p:cNvPr id="8" name="20초 / 45초">
            <a:extLst xmlns:a="http://schemas.openxmlformats.org/drawingml/2006/main">
              <a:ext uri="{FF2B5EF4-FFF2-40B4-BE49-F238E27FC236}">
                <a16:creationId xmlns:a16="http://schemas.microsoft.com/office/drawing/2014/main" id="{AA2680C1-5BD6-4514-BCCC-5F002DF59483}"/>
              </a:ext>
            </a:extLst>
          </p:cNvPr>
          <p:cNvSpPr>
            <a:spLocks xmlns:a="http://schemas.openxmlformats.org/drawingml/2006/main" noGrp="1"/>
          </p:cNvSpPr>
          <p:nvPr/>
        </p:nvSpPr>
        <p:spPr>
          <a:xfrm xmlns:a="http://schemas.openxmlformats.org/drawingml/2006/main">
            <a:off x="8639175" y="3590925"/>
            <a:ext cx="29432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F8F2FA"/>
                </a:solidFill>
                <a:latin typeface="Malgun Gothic"/>
                <a:ea typeface="Malgun Gothic"/>
                <a:cs typeface="Malgun Gothic"/>
              </a:defRPr>
            </a:defPPr>
            <a:lvl1pPr algn="l">
              <a:defRPr sz="2625" b="1">
                <a:solidFill>
                  <a:srgbClr val="F8F2FA"/>
                </a:solidFill>
                <a:latin typeface="Malgun Gothic"/>
                <a:ea typeface="Malgun Gothic"/>
                <a:cs typeface="Malgun Gothic"/>
              </a:defRPr>
            </a:lvl1pPr>
            <a:lvl2pPr algn="l">
              <a:defRPr sz="2625" b="1">
                <a:solidFill>
                  <a:srgbClr val="F8F2FA"/>
                </a:solidFill>
                <a:latin typeface="Malgun Gothic"/>
                <a:ea typeface="Malgun Gothic"/>
                <a:cs typeface="Malgun Gothic"/>
              </a:defRPr>
            </a:lvl2pPr>
            <a:lvl3pPr algn="l">
              <a:defRPr sz="2625" b="1">
                <a:solidFill>
                  <a:srgbClr val="F8F2FA"/>
                </a:solidFill>
                <a:latin typeface="Malgun Gothic"/>
                <a:ea typeface="Malgun Gothic"/>
                <a:cs typeface="Malgun Gothic"/>
              </a:defRPr>
            </a:lvl3pPr>
            <a:lvl4pPr algn="l">
              <a:defRPr sz="2625" b="1">
                <a:solidFill>
                  <a:srgbClr val="F8F2FA"/>
                </a:solidFill>
                <a:latin typeface="Malgun Gothic"/>
                <a:ea typeface="Malgun Gothic"/>
                <a:cs typeface="Malgun Gothic"/>
              </a:defRPr>
            </a:lvl4pPr>
            <a:lvl5pPr algn="l">
              <a:defRPr sz="2625" b="1">
                <a:solidFill>
                  <a:srgbClr val="F8F2FA"/>
                </a:solidFill>
                <a:latin typeface="Malgun Gothic"/>
                <a:ea typeface="Malgun Gothic"/>
                <a:cs typeface="Malgun Gothic"/>
              </a:defRPr>
            </a:lvl5pPr>
            <a:lvl6pPr algn="l">
              <a:defRPr sz="2625" b="1">
                <a:solidFill>
                  <a:srgbClr val="F8F2FA"/>
                </a:solidFill>
                <a:latin typeface="Malgun Gothic"/>
                <a:ea typeface="Malgun Gothic"/>
                <a:cs typeface="Malgun Gothic"/>
              </a:defRPr>
            </a:lvl6pPr>
            <a:lvl7pPr algn="l">
              <a:defRPr sz="2625" b="1">
                <a:solidFill>
                  <a:srgbClr val="F8F2FA"/>
                </a:solidFill>
                <a:latin typeface="Malgun Gothic"/>
                <a:ea typeface="Malgun Gothic"/>
                <a:cs typeface="Malgun Gothic"/>
              </a:defRPr>
            </a:lvl7pPr>
            <a:lvl8pPr algn="l">
              <a:defRPr sz="2625" b="1">
                <a:solidFill>
                  <a:srgbClr val="F8F2FA"/>
                </a:solidFill>
                <a:latin typeface="Malgun Gothic"/>
                <a:ea typeface="Malgun Gothic"/>
                <a:cs typeface="Malgun Gothic"/>
              </a:defRPr>
            </a:lvl8pPr>
            <a:lvl9pPr algn="l">
              <a:defRPr sz="2625" b="1">
                <a:solidFill>
                  <a:srgbClr val="F8F2FA"/>
                </a:solidFill>
                <a:latin typeface="Malgun Gothic"/>
                <a:ea typeface="Malgun Gothic"/>
                <a:cs typeface="Malgun Gothic"/>
              </a:defRPr>
            </a:lvl9pPr>
          </a:lstStyle>
          <a:p xmlns:a="http://schemas.openxmlformats.org/drawingml/2006/main">
            <a:pPr algn="l">
              <a:defRPr sz="2625" b="1">
                <a:solidFill>
                  <a:srgbClr val="F8F2FA"/>
                </a:solidFill>
                <a:latin typeface="Malgun Gothic"/>
                <a:ea typeface="Malgun Gothic"/>
                <a:cs typeface="Malgun Gothic"/>
              </a:defRPr>
            </a:pPr>
            <a:r>
              <a:rPr sz="2625" b="1">
                <a:solidFill>
                  <a:srgbClr val="F8F2FA"/>
                </a:solidFill>
                <a:latin typeface="Malgun Gothic"/>
                <a:ea typeface="Malgun Gothic"/>
                <a:cs typeface="Malgun Gothic"/>
              </a:rPr>
              <a:t>20초 / 45초</a:t>
            </a:r>
          </a:p>
        </p:txBody>
      </p:sp>
      <p:sp>
        <p:nvSpPr>
          <p:cNvPr id="9" name="Medium / Hard 해금&#10;현재 씬 설정">
            <a:extLst xmlns:a="http://schemas.openxmlformats.org/drawingml/2006/main">
              <a:ext uri="{FF2B5EF4-FFF2-40B4-BE49-F238E27FC236}">
                <a16:creationId xmlns:a16="http://schemas.microsoft.com/office/drawing/2014/main" id="{39C39FA8-9D17-41EA-90F6-6EBA0200F241}"/>
              </a:ext>
            </a:extLst>
          </p:cNvPr>
          <p:cNvSpPr>
            <a:spLocks xmlns:a="http://schemas.openxmlformats.org/drawingml/2006/main" noGrp="1"/>
          </p:cNvSpPr>
          <p:nvPr/>
        </p:nvSpPr>
        <p:spPr>
          <a:xfrm xmlns:a="http://schemas.openxmlformats.org/drawingml/2006/main">
            <a:off x="8639175" y="4200525"/>
            <a:ext cx="2857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BBAEC6"/>
                </a:solidFill>
                <a:latin typeface="Malgun Gothic"/>
                <a:ea typeface="Malgun Gothic"/>
                <a:cs typeface="Malgun Gothic"/>
              </a:defRPr>
            </a:defPPr>
            <a:lvl1pPr algn="l">
              <a:defRPr sz="1800" b="0">
                <a:solidFill>
                  <a:srgbClr val="BBAEC6"/>
                </a:solidFill>
                <a:latin typeface="Malgun Gothic"/>
                <a:ea typeface="Malgun Gothic"/>
                <a:cs typeface="Malgun Gothic"/>
              </a:defRPr>
            </a:lvl1pPr>
            <a:lvl2pPr algn="l">
              <a:defRPr sz="1800" b="0">
                <a:solidFill>
                  <a:srgbClr val="BBAEC6"/>
                </a:solidFill>
                <a:latin typeface="Malgun Gothic"/>
                <a:ea typeface="Malgun Gothic"/>
                <a:cs typeface="Malgun Gothic"/>
              </a:defRPr>
            </a:lvl2pPr>
            <a:lvl3pPr algn="l">
              <a:defRPr sz="1800" b="0">
                <a:solidFill>
                  <a:srgbClr val="BBAEC6"/>
                </a:solidFill>
                <a:latin typeface="Malgun Gothic"/>
                <a:ea typeface="Malgun Gothic"/>
                <a:cs typeface="Malgun Gothic"/>
              </a:defRPr>
            </a:lvl3pPr>
            <a:lvl4pPr algn="l">
              <a:defRPr sz="1800" b="0">
                <a:solidFill>
                  <a:srgbClr val="BBAEC6"/>
                </a:solidFill>
                <a:latin typeface="Malgun Gothic"/>
                <a:ea typeface="Malgun Gothic"/>
                <a:cs typeface="Malgun Gothic"/>
              </a:defRPr>
            </a:lvl4pPr>
            <a:lvl5pPr algn="l">
              <a:defRPr sz="1800" b="0">
                <a:solidFill>
                  <a:srgbClr val="BBAEC6"/>
                </a:solidFill>
                <a:latin typeface="Malgun Gothic"/>
                <a:ea typeface="Malgun Gothic"/>
                <a:cs typeface="Malgun Gothic"/>
              </a:defRPr>
            </a:lvl5pPr>
            <a:lvl6pPr algn="l">
              <a:defRPr sz="1800" b="0">
                <a:solidFill>
                  <a:srgbClr val="BBAEC6"/>
                </a:solidFill>
                <a:latin typeface="Malgun Gothic"/>
                <a:ea typeface="Malgun Gothic"/>
                <a:cs typeface="Malgun Gothic"/>
              </a:defRPr>
            </a:lvl6pPr>
            <a:lvl7pPr algn="l">
              <a:defRPr sz="1800" b="0">
                <a:solidFill>
                  <a:srgbClr val="BBAEC6"/>
                </a:solidFill>
                <a:latin typeface="Malgun Gothic"/>
                <a:ea typeface="Malgun Gothic"/>
                <a:cs typeface="Malgun Gothic"/>
              </a:defRPr>
            </a:lvl7pPr>
            <a:lvl8pPr algn="l">
              <a:defRPr sz="1800" b="0">
                <a:solidFill>
                  <a:srgbClr val="BBAEC6"/>
                </a:solidFill>
                <a:latin typeface="Malgun Gothic"/>
                <a:ea typeface="Malgun Gothic"/>
                <a:cs typeface="Malgun Gothic"/>
              </a:defRPr>
            </a:lvl8pPr>
            <a:lvl9pPr algn="l">
              <a:defRPr sz="1800" b="0">
                <a:solidFill>
                  <a:srgbClr val="BBAEC6"/>
                </a:solidFill>
                <a:latin typeface="Malgun Gothic"/>
                <a:ea typeface="Malgun Gothic"/>
                <a:cs typeface="Malgun Gothic"/>
              </a:defRPr>
            </a:lvl9pPr>
          </a:lstStyle>
          <a:p xmlns:a="http://schemas.openxmlformats.org/drawingml/2006/main">
            <a:pPr algn="l">
              <a:defRPr sz="1800" b="0">
                <a:solidFill>
                  <a:srgbClr val="BBAEC6"/>
                </a:solidFill>
                <a:latin typeface="Malgun Gothic"/>
                <a:ea typeface="Malgun Gothic"/>
                <a:cs typeface="Malgun Gothic"/>
              </a:defRPr>
            </a:pPr>
            <a:r>
              <a:rPr sz="1800" b="0">
                <a:solidFill>
                  <a:srgbClr val="BBAEC6"/>
                </a:solidFill>
                <a:latin typeface="Malgun Gothic"/>
                <a:ea typeface="Malgun Gothic"/>
                <a:cs typeface="Malgun Gothic"/>
              </a:rPr>
              <a:t>Medium / Hard 해금</a:t>
            </a:r>
          </a:p>
          <a:p xmlns:a="http://schemas.openxmlformats.org/drawingml/2006/main">
            <a:pPr algn="l">
              <a:defRPr sz="1800" b="0">
                <a:solidFill>
                  <a:srgbClr val="BBAEC6"/>
                </a:solidFill>
                <a:latin typeface="Malgun Gothic"/>
                <a:ea typeface="Malgun Gothic"/>
                <a:cs typeface="Malgun Gothic"/>
              </a:defRPr>
            </a:pPr>
            <a:r>
              <a:rPr sz="1800" b="0">
                <a:solidFill>
                  <a:srgbClr val="BBAEC6"/>
                </a:solidFill>
                <a:latin typeface="Malgun Gothic"/>
                <a:ea typeface="Malgun Gothic"/>
                <a:cs typeface="Malgun Gothic"/>
              </a:rPr>
              <a:t>현재 씬 설정</a:t>
            </a:r>
          </a:p>
        </p:txBody>
      </p:sp>
      <p:sp>
        <p:nvSpPr>
          <p:cNvPr id="10" name="선정 이유: 수작업 구간을 재사용하면서 4초 규칙에">
            <a:extLst xmlns:a="http://schemas.openxmlformats.org/drawingml/2006/main">
              <a:ext uri="{FF2B5EF4-FFF2-40B4-BE49-F238E27FC236}">
                <a16:creationId xmlns:a16="http://schemas.microsoft.com/office/drawing/2014/main" id="{B60F529F-FE18-4E73-9E4C-29291F847F8E}"/>
              </a:ext>
            </a:extLst>
          </p:cNvPr>
          <p:cNvSpPr>
            <a:spLocks xmlns:a="http://schemas.openxmlformats.org/drawingml/2006/main" noGrp="1"/>
          </p:cNvSpPr>
          <p:nvPr/>
        </p:nvSpPr>
        <p:spPr>
          <a:xfrm xmlns:a="http://schemas.openxmlformats.org/drawingml/2006/main">
            <a:off x="609600" y="55054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F2B6D3"/>
                </a:solidFill>
                <a:latin typeface="Malgun Gothic"/>
                <a:ea typeface="Malgun Gothic"/>
                <a:cs typeface="Malgun Gothic"/>
              </a:defRPr>
            </a:defPPr>
            <a:lvl1pPr algn="l">
              <a:defRPr sz="1875" b="1">
                <a:solidFill>
                  <a:srgbClr val="F2B6D3"/>
                </a:solidFill>
                <a:latin typeface="Malgun Gothic"/>
                <a:ea typeface="Malgun Gothic"/>
                <a:cs typeface="Malgun Gothic"/>
              </a:defRPr>
            </a:lvl1pPr>
            <a:lvl2pPr algn="l">
              <a:defRPr sz="1875" b="1">
                <a:solidFill>
                  <a:srgbClr val="F2B6D3"/>
                </a:solidFill>
                <a:latin typeface="Malgun Gothic"/>
                <a:ea typeface="Malgun Gothic"/>
                <a:cs typeface="Malgun Gothic"/>
              </a:defRPr>
            </a:lvl2pPr>
            <a:lvl3pPr algn="l">
              <a:defRPr sz="1875" b="1">
                <a:solidFill>
                  <a:srgbClr val="F2B6D3"/>
                </a:solidFill>
                <a:latin typeface="Malgun Gothic"/>
                <a:ea typeface="Malgun Gothic"/>
                <a:cs typeface="Malgun Gothic"/>
              </a:defRPr>
            </a:lvl3pPr>
            <a:lvl4pPr algn="l">
              <a:defRPr sz="1875" b="1">
                <a:solidFill>
                  <a:srgbClr val="F2B6D3"/>
                </a:solidFill>
                <a:latin typeface="Malgun Gothic"/>
                <a:ea typeface="Malgun Gothic"/>
                <a:cs typeface="Malgun Gothic"/>
              </a:defRPr>
            </a:lvl4pPr>
            <a:lvl5pPr algn="l">
              <a:defRPr sz="1875" b="1">
                <a:solidFill>
                  <a:srgbClr val="F2B6D3"/>
                </a:solidFill>
                <a:latin typeface="Malgun Gothic"/>
                <a:ea typeface="Malgun Gothic"/>
                <a:cs typeface="Malgun Gothic"/>
              </a:defRPr>
            </a:lvl5pPr>
            <a:lvl6pPr algn="l">
              <a:defRPr sz="1875" b="1">
                <a:solidFill>
                  <a:srgbClr val="F2B6D3"/>
                </a:solidFill>
                <a:latin typeface="Malgun Gothic"/>
                <a:ea typeface="Malgun Gothic"/>
                <a:cs typeface="Malgun Gothic"/>
              </a:defRPr>
            </a:lvl6pPr>
            <a:lvl7pPr algn="l">
              <a:defRPr sz="1875" b="1">
                <a:solidFill>
                  <a:srgbClr val="F2B6D3"/>
                </a:solidFill>
                <a:latin typeface="Malgun Gothic"/>
                <a:ea typeface="Malgun Gothic"/>
                <a:cs typeface="Malgun Gothic"/>
              </a:defRPr>
            </a:lvl7pPr>
            <a:lvl8pPr algn="l">
              <a:defRPr sz="1875" b="1">
                <a:solidFill>
                  <a:srgbClr val="F2B6D3"/>
                </a:solidFill>
                <a:latin typeface="Malgun Gothic"/>
                <a:ea typeface="Malgun Gothic"/>
                <a:cs typeface="Malgun Gothic"/>
              </a:defRPr>
            </a:lvl8pPr>
            <a:lvl9pPr algn="l">
              <a:defRPr sz="1875" b="1">
                <a:solidFill>
                  <a:srgbClr val="F2B6D3"/>
                </a:solidFill>
                <a:latin typeface="Malgun Gothic"/>
                <a:ea typeface="Malgun Gothic"/>
                <a:cs typeface="Malgun Gothic"/>
              </a:defRPr>
            </a:lvl9pPr>
          </a:lstStyle>
          <a:p xmlns:a="http://schemas.openxmlformats.org/drawingml/2006/main">
            <a:pPr algn="l">
              <a:defRPr sz="1875" b="1">
                <a:solidFill>
                  <a:srgbClr val="F2B6D3"/>
                </a:solidFill>
                <a:latin typeface="Malgun Gothic"/>
                <a:ea typeface="Malgun Gothic"/>
                <a:cs typeface="Malgun Gothic"/>
              </a:defRPr>
            </a:pPr>
            <a:r>
              <a:rPr sz="1875" b="1">
                <a:solidFill>
                  <a:srgbClr val="F2B6D3"/>
                </a:solidFill>
                <a:latin typeface="Malgun Gothic"/>
                <a:ea typeface="Malgun Gothic"/>
                <a:cs typeface="Malgun Gothic"/>
              </a:rPr>
              <a:t>선정 이유: 수작업 구간을 재사용하면서 4초 규칙에 필요한 공정성을 검사한다</a:t>
            </a:r>
          </a:p>
        </p:txBody>
      </p:sp>
      <p:sp>
        <p:nvSpPr>
          <p:cNvPr id="11" name="후보 간격과 실제 통과 가능성은 따로 검증한다. 대">
            <a:extLst xmlns:a="http://schemas.openxmlformats.org/drawingml/2006/main">
              <a:ext uri="{FF2B5EF4-FFF2-40B4-BE49-F238E27FC236}">
                <a16:creationId xmlns:a16="http://schemas.microsoft.com/office/drawing/2014/main" id="{41D02CFA-F3BB-4D0D-B8B9-0F8BAE1A10F9}"/>
              </a:ext>
            </a:extLst>
          </p:cNvPr>
          <p:cNvSpPr>
            <a:spLocks xmlns:a="http://schemas.openxmlformats.org/drawingml/2006/main" noGrp="1"/>
          </p:cNvSpPr>
          <p:nvPr/>
        </p:nvSpPr>
        <p:spPr>
          <a:xfrm xmlns:a="http://schemas.openxmlformats.org/drawingml/2006/main">
            <a:off x="609600" y="600075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BBAEC6"/>
                </a:solidFill>
                <a:latin typeface="Malgun Gothic"/>
                <a:ea typeface="Malgun Gothic"/>
                <a:cs typeface="Malgun Gothic"/>
              </a:defRPr>
            </a:defPPr>
            <a:lvl1pPr algn="l">
              <a:defRPr sz="1575" b="0">
                <a:solidFill>
                  <a:srgbClr val="BBAEC6"/>
                </a:solidFill>
                <a:latin typeface="Malgun Gothic"/>
                <a:ea typeface="Malgun Gothic"/>
                <a:cs typeface="Malgun Gothic"/>
              </a:defRPr>
            </a:lvl1pPr>
            <a:lvl2pPr algn="l">
              <a:defRPr sz="1575" b="0">
                <a:solidFill>
                  <a:srgbClr val="BBAEC6"/>
                </a:solidFill>
                <a:latin typeface="Malgun Gothic"/>
                <a:ea typeface="Malgun Gothic"/>
                <a:cs typeface="Malgun Gothic"/>
              </a:defRPr>
            </a:lvl2pPr>
            <a:lvl3pPr algn="l">
              <a:defRPr sz="1575" b="0">
                <a:solidFill>
                  <a:srgbClr val="BBAEC6"/>
                </a:solidFill>
                <a:latin typeface="Malgun Gothic"/>
                <a:ea typeface="Malgun Gothic"/>
                <a:cs typeface="Malgun Gothic"/>
              </a:defRPr>
            </a:lvl3pPr>
            <a:lvl4pPr algn="l">
              <a:defRPr sz="1575" b="0">
                <a:solidFill>
                  <a:srgbClr val="BBAEC6"/>
                </a:solidFill>
                <a:latin typeface="Malgun Gothic"/>
                <a:ea typeface="Malgun Gothic"/>
                <a:cs typeface="Malgun Gothic"/>
              </a:defRPr>
            </a:lvl4pPr>
            <a:lvl5pPr algn="l">
              <a:defRPr sz="1575" b="0">
                <a:solidFill>
                  <a:srgbClr val="BBAEC6"/>
                </a:solidFill>
                <a:latin typeface="Malgun Gothic"/>
                <a:ea typeface="Malgun Gothic"/>
                <a:cs typeface="Malgun Gothic"/>
              </a:defRPr>
            </a:lvl5pPr>
            <a:lvl6pPr algn="l">
              <a:defRPr sz="1575" b="0">
                <a:solidFill>
                  <a:srgbClr val="BBAEC6"/>
                </a:solidFill>
                <a:latin typeface="Malgun Gothic"/>
                <a:ea typeface="Malgun Gothic"/>
                <a:cs typeface="Malgun Gothic"/>
              </a:defRPr>
            </a:lvl6pPr>
            <a:lvl7pPr algn="l">
              <a:defRPr sz="1575" b="0">
                <a:solidFill>
                  <a:srgbClr val="BBAEC6"/>
                </a:solidFill>
                <a:latin typeface="Malgun Gothic"/>
                <a:ea typeface="Malgun Gothic"/>
                <a:cs typeface="Malgun Gothic"/>
              </a:defRPr>
            </a:lvl7pPr>
            <a:lvl8pPr algn="l">
              <a:defRPr sz="1575" b="0">
                <a:solidFill>
                  <a:srgbClr val="BBAEC6"/>
                </a:solidFill>
                <a:latin typeface="Malgun Gothic"/>
                <a:ea typeface="Malgun Gothic"/>
                <a:cs typeface="Malgun Gothic"/>
              </a:defRPr>
            </a:lvl8pPr>
            <a:lvl9pPr algn="l">
              <a:defRPr sz="1575" b="0">
                <a:solidFill>
                  <a:srgbClr val="BBAEC6"/>
                </a:solidFill>
                <a:latin typeface="Malgun Gothic"/>
                <a:ea typeface="Malgun Gothic"/>
                <a:cs typeface="Malgun Gothic"/>
              </a:defRPr>
            </a:lvl9pPr>
          </a:lstStyle>
          <a:p xmlns:a="http://schemas.openxmlformats.org/drawingml/2006/main">
            <a:pPr algn="l">
              <a:defRPr sz="1575" b="0">
                <a:solidFill>
                  <a:srgbClr val="BBAEC6"/>
                </a:solidFill>
                <a:latin typeface="Malgun Gothic"/>
                <a:ea typeface="Malgun Gothic"/>
                <a:cs typeface="Malgun Gothic"/>
              </a:defRPr>
            </a:pPr>
            <a:r>
              <a:rPr sz="1575" b="0">
                <a:solidFill>
                  <a:srgbClr val="BBAEC6"/>
                </a:solidFill>
                <a:latin typeface="Malgun Gothic"/>
                <a:ea typeface="Malgun Gothic"/>
                <a:cs typeface="Malgun Gothic"/>
              </a:rPr>
              <a:t>후보 간격과 실제 통과 가능성은 따로 검증한다. 대표 시드·30/60 FPS 재현을 기말 전 다시 실행한다.</a:t>
            </a:r>
          </a:p>
        </p:txBody>
      </p:sp>
    </p:spTree>
    <p:extLst>
      <p:ext uri="{BB962C8B-B14F-4D97-AF65-F5344CB8AC3E}">
        <p14:creationId xmlns:p14="http://schemas.microsoft.com/office/powerpoint/2010/main" val="980728118"/>
      </p:ext>
    </p:extLst>
  </p:cSld>
</p:sld>
</file>

<file path=ppt/slides/slide8.xml><?xml version="1.0" encoding="utf-8"?>
<p:sld xmlns:p="http://schemas.openxmlformats.org/presentationml/2006/main">
  <p:cSld>
    <p:bg>
      <p:bgPr>
        <a:solidFill xmlns:a="http://schemas.openxmlformats.org/drawingml/2006/main">
          <a:srgbClr val="100E16"/>
        </a:solidFill>
      </p:bgPr>
    </p:bg>
    <p:spTree>
      <p:nvGrpSpPr>
        <p:cNvPr id="1" name=""/>
        <p:cNvGrpSpPr/>
        <p:nvPr/>
      </p:nvGrpSpPr>
      <p:grpSpPr>
        <a:xfrm xmlns:a="http://schemas.openxmlformats.org/drawingml/2006/main"/>
      </p:grpSpPr>
      <p:sp>
        <p:nvSpPr>
          <p:cNvPr id="2" name="생성형 AI 활용과 1인 역할 분담">
            <a:extLst xmlns:a="http://schemas.openxmlformats.org/drawingml/2006/main">
              <a:ext uri="{FF2B5EF4-FFF2-40B4-BE49-F238E27FC236}">
                <a16:creationId xmlns:a16="http://schemas.microsoft.com/office/drawing/2014/main" id="{F529833C-E073-4DA9-96E2-008463D8FBA5}"/>
              </a:ext>
            </a:extLst>
          </p:cNvPr>
          <p:cNvSpPr>
            <a:spLocks xmlns:a="http://schemas.openxmlformats.org/drawingml/2006/main" noGrp="1"/>
          </p:cNvSpPr>
          <p:nvPr/>
        </p:nvSpPr>
        <p:spPr>
          <a:xfrm xmlns:a="http://schemas.openxmlformats.org/drawingml/2006/main">
            <a:off x="609600" y="428625"/>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F8F2FA"/>
                </a:solidFill>
                <a:latin typeface="Malgun Gothic"/>
                <a:ea typeface="Malgun Gothic"/>
                <a:cs typeface="Malgun Gothic"/>
              </a:defRPr>
            </a:defPPr>
            <a:lvl1pPr algn="l">
              <a:defRPr sz="3225" b="1">
                <a:solidFill>
                  <a:srgbClr val="F8F2FA"/>
                </a:solidFill>
                <a:latin typeface="Malgun Gothic"/>
                <a:ea typeface="Malgun Gothic"/>
                <a:cs typeface="Malgun Gothic"/>
              </a:defRPr>
            </a:lvl1pPr>
            <a:lvl2pPr algn="l">
              <a:defRPr sz="3225" b="1">
                <a:solidFill>
                  <a:srgbClr val="F8F2FA"/>
                </a:solidFill>
                <a:latin typeface="Malgun Gothic"/>
                <a:ea typeface="Malgun Gothic"/>
                <a:cs typeface="Malgun Gothic"/>
              </a:defRPr>
            </a:lvl2pPr>
            <a:lvl3pPr algn="l">
              <a:defRPr sz="3225" b="1">
                <a:solidFill>
                  <a:srgbClr val="F8F2FA"/>
                </a:solidFill>
                <a:latin typeface="Malgun Gothic"/>
                <a:ea typeface="Malgun Gothic"/>
                <a:cs typeface="Malgun Gothic"/>
              </a:defRPr>
            </a:lvl3pPr>
            <a:lvl4pPr algn="l">
              <a:defRPr sz="3225" b="1">
                <a:solidFill>
                  <a:srgbClr val="F8F2FA"/>
                </a:solidFill>
                <a:latin typeface="Malgun Gothic"/>
                <a:ea typeface="Malgun Gothic"/>
                <a:cs typeface="Malgun Gothic"/>
              </a:defRPr>
            </a:lvl4pPr>
            <a:lvl5pPr algn="l">
              <a:defRPr sz="3225" b="1">
                <a:solidFill>
                  <a:srgbClr val="F8F2FA"/>
                </a:solidFill>
                <a:latin typeface="Malgun Gothic"/>
                <a:ea typeface="Malgun Gothic"/>
                <a:cs typeface="Malgun Gothic"/>
              </a:defRPr>
            </a:lvl5pPr>
            <a:lvl6pPr algn="l">
              <a:defRPr sz="3225" b="1">
                <a:solidFill>
                  <a:srgbClr val="F8F2FA"/>
                </a:solidFill>
                <a:latin typeface="Malgun Gothic"/>
                <a:ea typeface="Malgun Gothic"/>
                <a:cs typeface="Malgun Gothic"/>
              </a:defRPr>
            </a:lvl6pPr>
            <a:lvl7pPr algn="l">
              <a:defRPr sz="3225" b="1">
                <a:solidFill>
                  <a:srgbClr val="F8F2FA"/>
                </a:solidFill>
                <a:latin typeface="Malgun Gothic"/>
                <a:ea typeface="Malgun Gothic"/>
                <a:cs typeface="Malgun Gothic"/>
              </a:defRPr>
            </a:lvl7pPr>
            <a:lvl8pPr algn="l">
              <a:defRPr sz="3225" b="1">
                <a:solidFill>
                  <a:srgbClr val="F8F2FA"/>
                </a:solidFill>
                <a:latin typeface="Malgun Gothic"/>
                <a:ea typeface="Malgun Gothic"/>
                <a:cs typeface="Malgun Gothic"/>
              </a:defRPr>
            </a:lvl8pPr>
            <a:lvl9pPr algn="l">
              <a:defRPr sz="3225" b="1">
                <a:solidFill>
                  <a:srgbClr val="F8F2FA"/>
                </a:solidFill>
                <a:latin typeface="Malgun Gothic"/>
                <a:ea typeface="Malgun Gothic"/>
                <a:cs typeface="Malgun Gothic"/>
              </a:defRPr>
            </a:lvl9pPr>
          </a:lstStyle>
          <a:p xmlns:a="http://schemas.openxmlformats.org/drawingml/2006/main">
            <a:pPr algn="l">
              <a:defRPr sz="3225" b="1">
                <a:solidFill>
                  <a:srgbClr val="F8F2FA"/>
                </a:solidFill>
                <a:latin typeface="Malgun Gothic"/>
                <a:ea typeface="Malgun Gothic"/>
                <a:cs typeface="Malgun Gothic"/>
              </a:defRPr>
            </a:pPr>
            <a:r>
              <a:rPr sz="3225" b="1">
                <a:solidFill>
                  <a:srgbClr val="F8F2FA"/>
                </a:solidFill>
                <a:latin typeface="Malgun Gothic"/>
                <a:ea typeface="Malgun Gothic"/>
                <a:cs typeface="Malgun Gothic"/>
              </a:rPr>
              <a:t>생성형 AI 활용과 1인 역할 분담</a:t>
            </a:r>
          </a:p>
        </p:txBody>
      </p:sp>
      <p:sp>
        <p:nvSpPr>
          <p:cNvPr id="3" name="07">
            <a:extLst xmlns:a="http://schemas.openxmlformats.org/drawingml/2006/main">
              <a:ext uri="{FF2B5EF4-FFF2-40B4-BE49-F238E27FC236}">
                <a16:creationId xmlns:a16="http://schemas.microsoft.com/office/drawing/2014/main" id="{9C589765-8E9E-44D3-8D5C-04E4DFF9711E}"/>
              </a:ext>
            </a:extLst>
          </p:cNvPr>
          <p:cNvSpPr>
            <a:spLocks xmlns:a="http://schemas.openxmlformats.org/drawingml/2006/main" noGrp="1"/>
          </p:cNvSpPr>
          <p:nvPr/>
        </p:nvSpPr>
        <p:spPr>
          <a:xfrm xmlns:a="http://schemas.openxmlformats.org/drawingml/2006/main">
            <a:off x="10982325" y="6324600"/>
            <a:ext cx="590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BBAEC6"/>
                </a:solidFill>
                <a:latin typeface="Malgun Gothic"/>
                <a:ea typeface="Malgun Gothic"/>
                <a:cs typeface="Malgun Gothic"/>
              </a:defRPr>
            </a:defPPr>
            <a:lvl1pPr algn="r">
              <a:defRPr sz="1350" b="0">
                <a:solidFill>
                  <a:srgbClr val="BBAEC6"/>
                </a:solidFill>
                <a:latin typeface="Malgun Gothic"/>
                <a:ea typeface="Malgun Gothic"/>
                <a:cs typeface="Malgun Gothic"/>
              </a:defRPr>
            </a:lvl1pPr>
            <a:lvl2pPr algn="r">
              <a:defRPr sz="1350" b="0">
                <a:solidFill>
                  <a:srgbClr val="BBAEC6"/>
                </a:solidFill>
                <a:latin typeface="Malgun Gothic"/>
                <a:ea typeface="Malgun Gothic"/>
                <a:cs typeface="Malgun Gothic"/>
              </a:defRPr>
            </a:lvl2pPr>
            <a:lvl3pPr algn="r">
              <a:defRPr sz="1350" b="0">
                <a:solidFill>
                  <a:srgbClr val="BBAEC6"/>
                </a:solidFill>
                <a:latin typeface="Malgun Gothic"/>
                <a:ea typeface="Malgun Gothic"/>
                <a:cs typeface="Malgun Gothic"/>
              </a:defRPr>
            </a:lvl3pPr>
            <a:lvl4pPr algn="r">
              <a:defRPr sz="1350" b="0">
                <a:solidFill>
                  <a:srgbClr val="BBAEC6"/>
                </a:solidFill>
                <a:latin typeface="Malgun Gothic"/>
                <a:ea typeface="Malgun Gothic"/>
                <a:cs typeface="Malgun Gothic"/>
              </a:defRPr>
            </a:lvl4pPr>
            <a:lvl5pPr algn="r">
              <a:defRPr sz="1350" b="0">
                <a:solidFill>
                  <a:srgbClr val="BBAEC6"/>
                </a:solidFill>
                <a:latin typeface="Malgun Gothic"/>
                <a:ea typeface="Malgun Gothic"/>
                <a:cs typeface="Malgun Gothic"/>
              </a:defRPr>
            </a:lvl5pPr>
            <a:lvl6pPr algn="r">
              <a:defRPr sz="1350" b="0">
                <a:solidFill>
                  <a:srgbClr val="BBAEC6"/>
                </a:solidFill>
                <a:latin typeface="Malgun Gothic"/>
                <a:ea typeface="Malgun Gothic"/>
                <a:cs typeface="Malgun Gothic"/>
              </a:defRPr>
            </a:lvl6pPr>
            <a:lvl7pPr algn="r">
              <a:defRPr sz="1350" b="0">
                <a:solidFill>
                  <a:srgbClr val="BBAEC6"/>
                </a:solidFill>
                <a:latin typeface="Malgun Gothic"/>
                <a:ea typeface="Malgun Gothic"/>
                <a:cs typeface="Malgun Gothic"/>
              </a:defRPr>
            </a:lvl7pPr>
            <a:lvl8pPr algn="r">
              <a:defRPr sz="1350" b="0">
                <a:solidFill>
                  <a:srgbClr val="BBAEC6"/>
                </a:solidFill>
                <a:latin typeface="Malgun Gothic"/>
                <a:ea typeface="Malgun Gothic"/>
                <a:cs typeface="Malgun Gothic"/>
              </a:defRPr>
            </a:lvl8pPr>
            <a:lvl9pPr algn="r">
              <a:defRPr sz="1350" b="0">
                <a:solidFill>
                  <a:srgbClr val="BBAEC6"/>
                </a:solidFill>
                <a:latin typeface="Malgun Gothic"/>
                <a:ea typeface="Malgun Gothic"/>
                <a:cs typeface="Malgun Gothic"/>
              </a:defRPr>
            </a:lvl9pPr>
          </a:lstStyle>
          <a:p xmlns:a="http://schemas.openxmlformats.org/drawingml/2006/main">
            <a:pPr algn="r">
              <a:defRPr sz="1350" b="0">
                <a:solidFill>
                  <a:srgbClr val="BBAEC6"/>
                </a:solidFill>
                <a:latin typeface="Malgun Gothic"/>
                <a:ea typeface="Malgun Gothic"/>
                <a:cs typeface="Malgun Gothic"/>
              </a:defRPr>
            </a:pPr>
            <a:r>
              <a:rPr sz="1350" b="0">
                <a:solidFill>
                  <a:srgbClr val="BBAEC6"/>
                </a:solidFill>
                <a:latin typeface="Malgun Gothic"/>
                <a:ea typeface="Malgun Gothic"/>
                <a:cs typeface="Malgun Gothic"/>
              </a:rPr>
              <a:t>07</a:t>
            </a:r>
          </a:p>
        </p:txBody>
      </p:sp>
      <p:sp>
        <p:nvSpPr>
          <p:cNvPr id="4" name="기획부터 구현·검수·제출까지 개발자 본인이 최종 책">
            <a:extLst xmlns:a="http://schemas.openxmlformats.org/drawingml/2006/main">
              <a:ext uri="{FF2B5EF4-FFF2-40B4-BE49-F238E27FC236}">
                <a16:creationId xmlns:a16="http://schemas.microsoft.com/office/drawing/2014/main" id="{ABC9A74F-4C0C-4D99-B07A-CA3ADEA66AA1}"/>
              </a:ext>
            </a:extLst>
          </p:cNvPr>
          <p:cNvSpPr>
            <a:spLocks xmlns:a="http://schemas.openxmlformats.org/drawingml/2006/main" noGrp="1"/>
          </p:cNvSpPr>
          <p:nvPr/>
        </p:nvSpPr>
        <p:spPr>
          <a:xfrm xmlns:a="http://schemas.openxmlformats.org/drawingml/2006/main">
            <a:off x="609600" y="120015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F2B6D3"/>
                </a:solidFill>
                <a:latin typeface="Malgun Gothic"/>
                <a:ea typeface="Malgun Gothic"/>
                <a:cs typeface="Malgun Gothic"/>
              </a:defRPr>
            </a:defPPr>
            <a:lvl1pPr algn="l">
              <a:defRPr sz="2100" b="1">
                <a:solidFill>
                  <a:srgbClr val="F2B6D3"/>
                </a:solidFill>
                <a:latin typeface="Malgun Gothic"/>
                <a:ea typeface="Malgun Gothic"/>
                <a:cs typeface="Malgun Gothic"/>
              </a:defRPr>
            </a:lvl1pPr>
            <a:lvl2pPr algn="l">
              <a:defRPr sz="2100" b="1">
                <a:solidFill>
                  <a:srgbClr val="F2B6D3"/>
                </a:solidFill>
                <a:latin typeface="Malgun Gothic"/>
                <a:ea typeface="Malgun Gothic"/>
                <a:cs typeface="Malgun Gothic"/>
              </a:defRPr>
            </a:lvl2pPr>
            <a:lvl3pPr algn="l">
              <a:defRPr sz="2100" b="1">
                <a:solidFill>
                  <a:srgbClr val="F2B6D3"/>
                </a:solidFill>
                <a:latin typeface="Malgun Gothic"/>
                <a:ea typeface="Malgun Gothic"/>
                <a:cs typeface="Malgun Gothic"/>
              </a:defRPr>
            </a:lvl3pPr>
            <a:lvl4pPr algn="l">
              <a:defRPr sz="2100" b="1">
                <a:solidFill>
                  <a:srgbClr val="F2B6D3"/>
                </a:solidFill>
                <a:latin typeface="Malgun Gothic"/>
                <a:ea typeface="Malgun Gothic"/>
                <a:cs typeface="Malgun Gothic"/>
              </a:defRPr>
            </a:lvl4pPr>
            <a:lvl5pPr algn="l">
              <a:defRPr sz="2100" b="1">
                <a:solidFill>
                  <a:srgbClr val="F2B6D3"/>
                </a:solidFill>
                <a:latin typeface="Malgun Gothic"/>
                <a:ea typeface="Malgun Gothic"/>
                <a:cs typeface="Malgun Gothic"/>
              </a:defRPr>
            </a:lvl5pPr>
            <a:lvl6pPr algn="l">
              <a:defRPr sz="2100" b="1">
                <a:solidFill>
                  <a:srgbClr val="F2B6D3"/>
                </a:solidFill>
                <a:latin typeface="Malgun Gothic"/>
                <a:ea typeface="Malgun Gothic"/>
                <a:cs typeface="Malgun Gothic"/>
              </a:defRPr>
            </a:lvl6pPr>
            <a:lvl7pPr algn="l">
              <a:defRPr sz="2100" b="1">
                <a:solidFill>
                  <a:srgbClr val="F2B6D3"/>
                </a:solidFill>
                <a:latin typeface="Malgun Gothic"/>
                <a:ea typeface="Malgun Gothic"/>
                <a:cs typeface="Malgun Gothic"/>
              </a:defRPr>
            </a:lvl7pPr>
            <a:lvl8pPr algn="l">
              <a:defRPr sz="2100" b="1">
                <a:solidFill>
                  <a:srgbClr val="F2B6D3"/>
                </a:solidFill>
                <a:latin typeface="Malgun Gothic"/>
                <a:ea typeface="Malgun Gothic"/>
                <a:cs typeface="Malgun Gothic"/>
              </a:defRPr>
            </a:lvl8pPr>
            <a:lvl9pPr algn="l">
              <a:defRPr sz="2100" b="1">
                <a:solidFill>
                  <a:srgbClr val="F2B6D3"/>
                </a:solidFill>
                <a:latin typeface="Malgun Gothic"/>
                <a:ea typeface="Malgun Gothic"/>
                <a:cs typeface="Malgun Gothic"/>
              </a:defRPr>
            </a:lvl9pPr>
          </a:lstStyle>
          <a:p xmlns:a="http://schemas.openxmlformats.org/drawingml/2006/main">
            <a:pPr algn="l">
              <a:defRPr sz="2100" b="1">
                <a:solidFill>
                  <a:srgbClr val="F2B6D3"/>
                </a:solidFill>
                <a:latin typeface="Malgun Gothic"/>
                <a:ea typeface="Malgun Gothic"/>
                <a:cs typeface="Malgun Gothic"/>
              </a:defRPr>
            </a:pPr>
            <a:r>
              <a:rPr sz="2100" b="1">
                <a:solidFill>
                  <a:srgbClr val="F2B6D3"/>
                </a:solidFill>
                <a:latin typeface="Malgun Gothic"/>
                <a:ea typeface="Malgun Gothic"/>
                <a:cs typeface="Malgun Gothic"/>
              </a:rPr>
              <a:t>기획부터 구현·검수·제출까지 개발자 본인이 최종 책임을 맡는다</a:t>
            </a:r>
          </a:p>
        </p:txBody>
      </p:sp>
      <p:graphicFrame>
        <p:nvGraphicFramePr>
          <p:cNvPr id="5" name="">
            <a:extLst xmlns:a="http://schemas.openxmlformats.org/drawingml/2006/main">
              <a:ext uri="{FF2B5EF4-FFF2-40B4-BE49-F238E27FC236}">
                <a16:creationId xmlns:a16="http://schemas.microsoft.com/office/drawing/2014/main" id="{E6852E14-7EB6-4CF0-8446-53E11CB486AA}"/>
              </a:ext>
            </a:extLst>
          </p:cNvPr>
          <p:cNvGraphicFramePr/>
          <p:nvPr/>
        </p:nvGraphicFramePr>
        <p:xfrm>
          <a:off xmlns:a="http://schemas.openxmlformats.org/drawingml/2006/main" x="609600" y="1847850"/>
          <a:ext xmlns:a="http://schemas.openxmlformats.org/drawingml/2006/main" cx="10972800" cy="3714750"/>
        </p:xfrm>
        <a:graphic xmlns:a="http://schemas.openxmlformats.org/drawingml/2006/main">
          <a:graphicData uri="http://schemas.openxmlformats.org/drawingml/2006/table">
            <a:tbl>
              <a:tblPr firstRow="0" bandRow="0"/>
              <a:tblGrid>
                <a:gridCol w="1809750"/>
                <a:gridCol w="3143250"/>
                <a:gridCol w="6019800"/>
              </a:tblGrid>
              <a:tr h="619125">
                <a:tc>
                  <a:txBody>
                    <a:bodyPr/>
                    <a:lstStyle/>
                    <a:p>
                      <a:r>
                        <a:rPr sz="1725" b="1">
                          <a:solidFill>
                            <a:srgbClr val="F2B6D3"/>
                          </a:solidFill>
                          <a:latin typeface="Malgun Gothic"/>
                          <a:ea typeface="Malgun Gothic"/>
                          <a:cs typeface="Malgun Gothic"/>
                        </a:rPr>
                        <a:t>직군</a:t>
                      </a:r>
                    </a:p>
                  </a:txBody>
                  <a:tcPr marL="133350" marR="133350" marT="95250" marB="76200">
                    <a:lnL w="9525">
                      <a:solidFill>
                        <a:srgbClr val="45364F"/>
                      </a:solidFill>
                      <a:prstDash val="solid"/>
                    </a:lnL>
                    <a:lnR w="9525">
                      <a:solidFill>
                        <a:srgbClr val="45364F"/>
                      </a:solidFill>
                      <a:prstDash val="solid"/>
                    </a:lnR>
                    <a:lnT w="9525">
                      <a:solidFill>
                        <a:srgbClr val="45364F"/>
                      </a:solidFill>
                      <a:prstDash val="solid"/>
                    </a:lnT>
                    <a:lnB w="9525">
                      <a:solidFill>
                        <a:srgbClr val="45364F"/>
                      </a:solidFill>
                      <a:prstDash val="solid"/>
                    </a:lnB>
                    <a:solidFill>
                      <a:srgbClr val="35182D"/>
                    </a:solidFill>
                  </a:tcPr>
                </a:tc>
                <a:tc>
                  <a:txBody>
                    <a:bodyPr/>
                    <a:lstStyle/>
                    <a:p>
                      <a:r>
                        <a:rPr sz="1725" b="1">
                          <a:solidFill>
                            <a:srgbClr val="F2B6D3"/>
                          </a:solidFill>
                          <a:latin typeface="Malgun Gothic"/>
                          <a:ea typeface="Malgun Gothic"/>
                          <a:cs typeface="Malgun Gothic"/>
                        </a:rPr>
                        <a:t>지원 AI</a:t>
                      </a:r>
                    </a:p>
                  </a:txBody>
                  <a:tcPr marL="133350" marR="133350" marT="95250" marB="76200">
                    <a:lnR w="9525">
                      <a:solidFill>
                        <a:srgbClr val="45364F"/>
                      </a:solidFill>
                      <a:prstDash val="solid"/>
                    </a:lnR>
                    <a:lnT w="9525">
                      <a:solidFill>
                        <a:srgbClr val="45364F"/>
                      </a:solidFill>
                      <a:prstDash val="solid"/>
                    </a:lnT>
                    <a:lnB w="9525">
                      <a:solidFill>
                        <a:srgbClr val="45364F"/>
                      </a:solidFill>
                      <a:prstDash val="solid"/>
                    </a:lnB>
                    <a:solidFill>
                      <a:srgbClr val="35182D"/>
                    </a:solidFill>
                  </a:tcPr>
                </a:tc>
                <a:tc>
                  <a:txBody>
                    <a:bodyPr/>
                    <a:lstStyle/>
                    <a:p>
                      <a:r>
                        <a:rPr sz="1725" b="1">
                          <a:solidFill>
                            <a:srgbClr val="F2B6D3"/>
                          </a:solidFill>
                          <a:latin typeface="Malgun Gothic"/>
                          <a:ea typeface="Malgun Gothic"/>
                          <a:cs typeface="Malgun Gothic"/>
                        </a:rPr>
                        <a:t>활용 범위와 개발자의 책임</a:t>
                      </a:r>
                    </a:p>
                  </a:txBody>
                  <a:tcPr marL="133350" marR="133350" marT="95250" marB="76200">
                    <a:lnR w="9525">
                      <a:solidFill>
                        <a:srgbClr val="45364F"/>
                      </a:solidFill>
                      <a:prstDash val="solid"/>
                    </a:lnR>
                    <a:lnT w="9525">
                      <a:solidFill>
                        <a:srgbClr val="45364F"/>
                      </a:solidFill>
                      <a:prstDash val="solid"/>
                    </a:lnT>
                    <a:lnB w="9525">
                      <a:solidFill>
                        <a:srgbClr val="45364F"/>
                      </a:solidFill>
                      <a:prstDash val="solid"/>
                    </a:lnB>
                    <a:solidFill>
                      <a:srgbClr val="35182D"/>
                    </a:solidFill>
                  </a:tcPr>
                </a:tc>
              </a:tr>
              <a:tr h="619125">
                <a:tc>
                  <a:txBody>
                    <a:bodyPr/>
                    <a:lstStyle/>
                    <a:p>
                      <a:r>
                        <a:rPr sz="1725" b="0">
                          <a:solidFill>
                            <a:srgbClr val="F8F2FA"/>
                          </a:solidFill>
                          <a:latin typeface="Malgun Gothic"/>
                          <a:ea typeface="Malgun Gothic"/>
                          <a:cs typeface="Malgun Gothic"/>
                        </a:rPr>
                        <a:t>기획</a:t>
                      </a:r>
                    </a:p>
                  </a:txBody>
                  <a:tcPr marL="133350" marR="133350" marT="95250" marB="76200">
                    <a:lnL w="9525">
                      <a:solidFill>
                        <a:srgbClr val="45364F"/>
                      </a:solidFill>
                      <a:prstDash val="solid"/>
                    </a:lnL>
                    <a:lnR w="9525">
                      <a:solidFill>
                        <a:srgbClr val="45364F"/>
                      </a:solidFill>
                      <a:prstDash val="solid"/>
                    </a:lnR>
                    <a:lnB w="9525">
                      <a:solidFill>
                        <a:srgbClr val="45364F"/>
                      </a:solidFill>
                      <a:prstDash val="solid"/>
                    </a:lnB>
                    <a:solidFill>
                      <a:srgbClr val="100E16"/>
                    </a:solidFill>
                  </a:tcPr>
                </a:tc>
                <a:tc>
                  <a:txBody>
                    <a:bodyPr/>
                    <a:lstStyle/>
                    <a:p>
                      <a:r>
                        <a:rPr sz="1725" b="0">
                          <a:solidFill>
                            <a:srgbClr val="F8F2FA"/>
                          </a:solidFill>
                          <a:latin typeface="Malgun Gothic"/>
                          <a:ea typeface="Malgun Gothic"/>
                          <a:cs typeface="Malgun Gothic"/>
                        </a:rPr>
                        <a:t>ChatGPT</a:t>
                      </a:r>
                    </a:p>
                  </a:txBody>
                  <a:tcPr marL="133350" marR="133350" marT="95250" marB="76200">
                    <a:lnR w="9525">
                      <a:solidFill>
                        <a:srgbClr val="45364F"/>
                      </a:solidFill>
                      <a:prstDash val="solid"/>
                    </a:lnR>
                    <a:lnB w="9525">
                      <a:solidFill>
                        <a:srgbClr val="45364F"/>
                      </a:solidFill>
                      <a:prstDash val="solid"/>
                    </a:lnB>
                    <a:solidFill>
                      <a:srgbClr val="100E16"/>
                    </a:solidFill>
                  </a:tcPr>
                </a:tc>
                <a:tc>
                  <a:txBody>
                    <a:bodyPr/>
                    <a:lstStyle/>
                    <a:p>
                      <a:r>
                        <a:rPr sz="1725" b="0">
                          <a:solidFill>
                            <a:srgbClr val="F8F2FA"/>
                          </a:solidFill>
                          <a:latin typeface="Malgun Gothic"/>
                          <a:ea typeface="Malgun Gothic"/>
                          <a:cs typeface="Malgun Gothic"/>
                        </a:rPr>
                        <a:t>규칙·범위·문서 초안, 실제 플레이로 확정</a:t>
                      </a:r>
                    </a:p>
                  </a:txBody>
                  <a:tcPr marL="133350" marR="133350" marT="95250" marB="76200">
                    <a:lnR w="9525">
                      <a:solidFill>
                        <a:srgbClr val="45364F"/>
                      </a:solidFill>
                      <a:prstDash val="solid"/>
                    </a:lnR>
                    <a:lnB w="9525">
                      <a:solidFill>
                        <a:srgbClr val="45364F"/>
                      </a:solidFill>
                      <a:prstDash val="solid"/>
                    </a:lnB>
                    <a:solidFill>
                      <a:srgbClr val="100E16"/>
                    </a:solidFill>
                  </a:tcPr>
                </a:tc>
              </a:tr>
              <a:tr h="619125">
                <a:tc>
                  <a:txBody>
                    <a:bodyPr/>
                    <a:lstStyle/>
                    <a:p>
                      <a:r>
                        <a:rPr sz="1725" b="0">
                          <a:solidFill>
                            <a:srgbClr val="F8F2FA"/>
                          </a:solidFill>
                          <a:latin typeface="Malgun Gothic"/>
                          <a:ea typeface="Malgun Gothic"/>
                          <a:cs typeface="Malgun Gothic"/>
                        </a:rPr>
                        <a:t>프로그래밍</a:t>
                      </a:r>
                    </a:p>
                  </a:txBody>
                  <a:tcPr marL="133350" marR="133350" marT="95250" marB="76200">
                    <a:lnL w="9525">
                      <a:solidFill>
                        <a:srgbClr val="45364F"/>
                      </a:solidFill>
                      <a:prstDash val="solid"/>
                    </a:lnL>
                    <a:lnR w="9525">
                      <a:solidFill>
                        <a:srgbClr val="45364F"/>
                      </a:solidFill>
                      <a:prstDash val="solid"/>
                    </a:lnR>
                    <a:lnB w="9525">
                      <a:solidFill>
                        <a:srgbClr val="45364F"/>
                      </a:solidFill>
                      <a:prstDash val="solid"/>
                    </a:lnB>
                    <a:solidFill>
                      <a:srgbClr val="100E16"/>
                    </a:solidFill>
                  </a:tcPr>
                </a:tc>
                <a:tc>
                  <a:txBody>
                    <a:bodyPr/>
                    <a:lstStyle/>
                    <a:p>
                      <a:r>
                        <a:rPr sz="1725" b="0">
                          <a:solidFill>
                            <a:srgbClr val="F8F2FA"/>
                          </a:solidFill>
                          <a:latin typeface="Malgun Gothic"/>
                          <a:ea typeface="Malgun Gothic"/>
                          <a:cs typeface="Malgun Gothic"/>
                        </a:rPr>
                        <a:t>Codex, Claude Code</a:t>
                      </a:r>
                    </a:p>
                    <a:p>
                      <a:r>
                        <a:rPr sz="1725" b="0">
                          <a:solidFill>
                            <a:srgbClr val="F8F2FA"/>
                          </a:solidFill>
                          <a:latin typeface="Malgun Gothic"/>
                          <a:ea typeface="Malgun Gothic"/>
                          <a:cs typeface="Malgun Gothic"/>
                        </a:rPr>
                        <a:t>(Unity MCP)</a:t>
                      </a:r>
                    </a:p>
                  </a:txBody>
                  <a:tcPr marL="133350" marR="133350" marT="95250" marB="76200">
                    <a:lnR w="9525">
                      <a:solidFill>
                        <a:srgbClr val="45364F"/>
                      </a:solidFill>
                      <a:prstDash val="solid"/>
                    </a:lnR>
                    <a:lnB w="9525">
                      <a:solidFill>
                        <a:srgbClr val="45364F"/>
                      </a:solidFill>
                      <a:prstDash val="solid"/>
                    </a:lnB>
                    <a:solidFill>
                      <a:srgbClr val="100E16"/>
                    </a:solidFill>
                  </a:tcPr>
                </a:tc>
                <a:tc>
                  <a:txBody>
                    <a:bodyPr/>
                    <a:lstStyle/>
                    <a:p>
                      <a:r>
                        <a:rPr sz="1725" b="0">
                          <a:solidFill>
                            <a:srgbClr val="F8F2FA"/>
                          </a:solidFill>
                          <a:latin typeface="Malgun Gothic"/>
                          <a:ea typeface="Malgun Gothic"/>
                          <a:cs typeface="Malgun Gothic"/>
                        </a:rPr>
                        <a:t>C#·FSM·PCG와 씬 연결, 변경 검토·재현 검증</a:t>
                      </a:r>
                    </a:p>
                  </a:txBody>
                  <a:tcPr marL="133350" marR="133350" marT="95250" marB="76200">
                    <a:lnR w="9525">
                      <a:solidFill>
                        <a:srgbClr val="45364F"/>
                      </a:solidFill>
                      <a:prstDash val="solid"/>
                    </a:lnR>
                    <a:lnB w="9525">
                      <a:solidFill>
                        <a:srgbClr val="45364F"/>
                      </a:solidFill>
                      <a:prstDash val="solid"/>
                    </a:lnB>
                    <a:solidFill>
                      <a:srgbClr val="100E16"/>
                    </a:solidFill>
                  </a:tcPr>
                </a:tc>
              </a:tr>
              <a:tr h="619125">
                <a:tc>
                  <a:txBody>
                    <a:bodyPr/>
                    <a:lstStyle/>
                    <a:p>
                      <a:r>
                        <a:rPr sz="1725" b="0">
                          <a:solidFill>
                            <a:srgbClr val="F8F2FA"/>
                          </a:solidFill>
                          <a:latin typeface="Malgun Gothic"/>
                          <a:ea typeface="Malgun Gothic"/>
                          <a:cs typeface="Malgun Gothic"/>
                        </a:rPr>
                        <a:t>2D·3D 아트</a:t>
                      </a:r>
                    </a:p>
                  </a:txBody>
                  <a:tcPr marL="133350" marR="133350" marT="95250" marB="76200">
                    <a:lnL w="9525">
                      <a:solidFill>
                        <a:srgbClr val="45364F"/>
                      </a:solidFill>
                      <a:prstDash val="solid"/>
                    </a:lnL>
                    <a:lnR w="9525">
                      <a:solidFill>
                        <a:srgbClr val="45364F"/>
                      </a:solidFill>
                      <a:prstDash val="solid"/>
                    </a:lnR>
                    <a:lnB w="9525">
                      <a:solidFill>
                        <a:srgbClr val="45364F"/>
                      </a:solidFill>
                      <a:prstDash val="solid"/>
                    </a:lnB>
                    <a:solidFill>
                      <a:srgbClr val="100E16"/>
                    </a:solidFill>
                  </a:tcPr>
                </a:tc>
                <a:tc>
                  <a:txBody>
                    <a:bodyPr/>
                    <a:lstStyle/>
                    <a:p>
                      <a:r>
                        <a:rPr sz="1725" b="0">
                          <a:solidFill>
                            <a:srgbClr val="F8F2FA"/>
                          </a:solidFill>
                          <a:latin typeface="Malgun Gothic"/>
                          <a:ea typeface="Malgun Gothic"/>
                          <a:cs typeface="Malgun Gothic"/>
                        </a:rPr>
                        <a:t>ChatGPT·Codex imagegen</a:t>
                      </a:r>
                    </a:p>
                    <a:p>
                      <a:r>
                        <a:rPr sz="1725" b="0">
                          <a:solidFill>
                            <a:srgbClr val="F8F2FA"/>
                          </a:solidFill>
                          <a:latin typeface="Malgun Gothic"/>
                          <a:ea typeface="Malgun Gothic"/>
                          <a:cs typeface="Malgun Gothic"/>
                        </a:rPr>
                        <a:t>Tripo</a:t>
                      </a:r>
                    </a:p>
                  </a:txBody>
                  <a:tcPr marL="133350" marR="133350" marT="95250" marB="76200">
                    <a:lnR w="9525">
                      <a:solidFill>
                        <a:srgbClr val="45364F"/>
                      </a:solidFill>
                      <a:prstDash val="solid"/>
                    </a:lnR>
                    <a:lnB w="9525">
                      <a:solidFill>
                        <a:srgbClr val="45364F"/>
                      </a:solidFill>
                      <a:prstDash val="solid"/>
                    </a:lnB>
                    <a:solidFill>
                      <a:srgbClr val="100E16"/>
                    </a:solidFill>
                  </a:tcPr>
                </a:tc>
                <a:tc>
                  <a:txBody>
                    <a:bodyPr/>
                    <a:lstStyle/>
                    <a:p>
                      <a:r>
                        <a:rPr sz="1725" b="0">
                          <a:solidFill>
                            <a:srgbClr val="F8F2FA"/>
                          </a:solidFill>
                          <a:latin typeface="Malgun Gothic"/>
                          <a:ea typeface="Malgun Gothic"/>
                          <a:cs typeface="Malgun Gothic"/>
                        </a:rPr>
                        <a:t>시안 생성 후 직접 리터칭, 모델 최적화·리깅 검수</a:t>
                      </a:r>
                    </a:p>
                  </a:txBody>
                  <a:tcPr marL="133350" marR="133350" marT="95250" marB="76200">
                    <a:lnR w="9525">
                      <a:solidFill>
                        <a:srgbClr val="45364F"/>
                      </a:solidFill>
                      <a:prstDash val="solid"/>
                    </a:lnR>
                    <a:lnB w="9525">
                      <a:solidFill>
                        <a:srgbClr val="45364F"/>
                      </a:solidFill>
                      <a:prstDash val="solid"/>
                    </a:lnB>
                    <a:solidFill>
                      <a:srgbClr val="100E16"/>
                    </a:solidFill>
                  </a:tcPr>
                </a:tc>
              </a:tr>
              <a:tr h="619125">
                <a:tc>
                  <a:txBody>
                    <a:bodyPr/>
                    <a:lstStyle/>
                    <a:p>
                      <a:r>
                        <a:rPr sz="1725" b="0">
                          <a:solidFill>
                            <a:srgbClr val="F8F2FA"/>
                          </a:solidFill>
                          <a:latin typeface="Malgun Gothic"/>
                          <a:ea typeface="Malgun Gothic"/>
                          <a:cs typeface="Malgun Gothic"/>
                        </a:rPr>
                        <a:t>사운드</a:t>
                      </a:r>
                    </a:p>
                  </a:txBody>
                  <a:tcPr marL="133350" marR="133350" marT="95250" marB="76200">
                    <a:lnL w="9525">
                      <a:solidFill>
                        <a:srgbClr val="45364F"/>
                      </a:solidFill>
                      <a:prstDash val="solid"/>
                    </a:lnL>
                    <a:lnR w="9525">
                      <a:solidFill>
                        <a:srgbClr val="45364F"/>
                      </a:solidFill>
                      <a:prstDash val="solid"/>
                    </a:lnR>
                    <a:lnB w="9525">
                      <a:solidFill>
                        <a:srgbClr val="45364F"/>
                      </a:solidFill>
                      <a:prstDash val="solid"/>
                    </a:lnB>
                    <a:solidFill>
                      <a:srgbClr val="100E16"/>
                    </a:solidFill>
                  </a:tcPr>
                </a:tc>
                <a:tc>
                  <a:txBody>
                    <a:bodyPr/>
                    <a:lstStyle/>
                    <a:p>
                      <a:r>
                        <a:rPr sz="1725" b="0">
                          <a:solidFill>
                            <a:srgbClr val="F8F2FA"/>
                          </a:solidFill>
                          <a:latin typeface="Malgun Gothic"/>
                          <a:ea typeface="Malgun Gothic"/>
                          <a:cs typeface="Malgun Gothic"/>
                        </a:rPr>
                        <a:t>Suno</a:t>
                      </a:r>
                    </a:p>
                  </a:txBody>
                  <a:tcPr marL="133350" marR="133350" marT="95250" marB="76200">
                    <a:lnR w="9525">
                      <a:solidFill>
                        <a:srgbClr val="45364F"/>
                      </a:solidFill>
                      <a:prstDash val="solid"/>
                    </a:lnR>
                    <a:lnB w="9525">
                      <a:solidFill>
                        <a:srgbClr val="45364F"/>
                      </a:solidFill>
                      <a:prstDash val="solid"/>
                    </a:lnB>
                    <a:solidFill>
                      <a:srgbClr val="100E16"/>
                    </a:solidFill>
                  </a:tcPr>
                </a:tc>
                <a:tc>
                  <a:txBody>
                    <a:bodyPr/>
                    <a:lstStyle/>
                    <a:p>
                      <a:r>
                        <a:rPr sz="1725" b="0">
                          <a:solidFill>
                            <a:srgbClr val="F8F2FA"/>
                          </a:solidFill>
                          <a:latin typeface="Malgun Gothic"/>
                          <a:ea typeface="Malgun Gothic"/>
                          <a:cs typeface="Malgun Gothic"/>
                        </a:rPr>
                        <a:t>BGM 후보 생성, 곡 선택·루프·볼륨 검수</a:t>
                      </a:r>
                    </a:p>
                  </a:txBody>
                  <a:tcPr marL="133350" marR="133350" marT="95250" marB="76200">
                    <a:lnR w="9525">
                      <a:solidFill>
                        <a:srgbClr val="45364F"/>
                      </a:solidFill>
                      <a:prstDash val="solid"/>
                    </a:lnR>
                    <a:lnB w="9525">
                      <a:solidFill>
                        <a:srgbClr val="45364F"/>
                      </a:solidFill>
                      <a:prstDash val="solid"/>
                    </a:lnB>
                    <a:solidFill>
                      <a:srgbClr val="100E16"/>
                    </a:solidFill>
                  </a:tcPr>
                </a:tc>
              </a:tr>
              <a:tr h="619125">
                <a:tc>
                  <a:txBody>
                    <a:bodyPr/>
                    <a:lstStyle/>
                    <a:p>
                      <a:r>
                        <a:rPr sz="1725" b="0">
                          <a:solidFill>
                            <a:srgbClr val="F8F2FA"/>
                          </a:solidFill>
                          <a:latin typeface="Malgun Gothic"/>
                          <a:ea typeface="Malgun Gothic"/>
                          <a:cs typeface="Malgun Gothic"/>
                        </a:rPr>
                        <a:t>QA·문서·일정</a:t>
                      </a:r>
                    </a:p>
                  </a:txBody>
                  <a:tcPr marL="133350" marR="133350" marT="95250" marB="76200">
                    <a:lnL w="9525">
                      <a:solidFill>
                        <a:srgbClr val="45364F"/>
                      </a:solidFill>
                      <a:prstDash val="solid"/>
                    </a:lnL>
                    <a:lnR w="9525">
                      <a:solidFill>
                        <a:srgbClr val="45364F"/>
                      </a:solidFill>
                      <a:prstDash val="solid"/>
                    </a:lnR>
                    <a:lnB w="9525">
                      <a:solidFill>
                        <a:srgbClr val="45364F"/>
                      </a:solidFill>
                      <a:prstDash val="solid"/>
                    </a:lnB>
                    <a:solidFill>
                      <a:srgbClr val="100E16"/>
                    </a:solidFill>
                  </a:tcPr>
                </a:tc>
                <a:tc>
                  <a:txBody>
                    <a:bodyPr/>
                    <a:lstStyle/>
                    <a:p>
                      <a:r>
                        <a:rPr sz="1725" b="0">
                          <a:solidFill>
                            <a:srgbClr val="F8F2FA"/>
                          </a:solidFill>
                          <a:latin typeface="Malgun Gothic"/>
                          <a:ea typeface="Malgun Gothic"/>
                          <a:cs typeface="Malgun Gothic"/>
                        </a:rPr>
                        <a:t>Codex, ChatGPT</a:t>
                      </a:r>
                    </a:p>
                  </a:txBody>
                  <a:tcPr marL="133350" marR="133350" marT="95250" marB="76200">
                    <a:lnR w="9525">
                      <a:solidFill>
                        <a:srgbClr val="45364F"/>
                      </a:solidFill>
                      <a:prstDash val="solid"/>
                    </a:lnR>
                    <a:lnB w="9525">
                      <a:solidFill>
                        <a:srgbClr val="45364F"/>
                      </a:solidFill>
                      <a:prstDash val="solid"/>
                    </a:lnB>
                    <a:solidFill>
                      <a:srgbClr val="100E16"/>
                    </a:solidFill>
                  </a:tcPr>
                </a:tc>
                <a:tc>
                  <a:txBody>
                    <a:bodyPr/>
                    <a:lstStyle/>
                    <a:p>
                      <a:r>
                        <a:rPr sz="1725" b="0">
                          <a:solidFill>
                            <a:srgbClr val="F8F2FA"/>
                          </a:solidFill>
                          <a:latin typeface="Malgun Gothic"/>
                          <a:ea typeface="Malgun Gothic"/>
                          <a:cs typeface="Malgun Gothic"/>
                        </a:rPr>
                        <a:t>테스트·오류·문서 보조, 실기기 확인·기록·제출</a:t>
                      </a:r>
                    </a:p>
                  </a:txBody>
                  <a:tcPr marL="133350" marR="133350" marT="95250" marB="76200">
                    <a:lnR w="9525">
                      <a:solidFill>
                        <a:srgbClr val="45364F"/>
                      </a:solidFill>
                      <a:prstDash val="solid"/>
                    </a:lnR>
                    <a:lnB w="9525">
                      <a:solidFill>
                        <a:srgbClr val="45364F"/>
                      </a:solidFill>
                      <a:prstDash val="solid"/>
                    </a:lnB>
                    <a:solidFill>
                      <a:srgbClr val="100E16"/>
                    </a:solidFill>
                  </a:tcPr>
                </a:tc>
              </a:tr>
            </a:tbl>
          </a:graphicData>
        </a:graphic>
      </p:graphicFrame>
      <p:sp>
        <p:nvSpPr>
          <p:cNvPr id="6" name="Tripo·Suno는 생성 당시 유료 요금제를 사용">
            <a:extLst xmlns:a="http://schemas.openxmlformats.org/drawingml/2006/main">
              <a:ext uri="{FF2B5EF4-FFF2-40B4-BE49-F238E27FC236}">
                <a16:creationId xmlns:a16="http://schemas.microsoft.com/office/drawing/2014/main" id="{9238B163-E93A-4EEA-AD20-EEFB2B9659EC}"/>
              </a:ext>
            </a:extLst>
          </p:cNvPr>
          <p:cNvSpPr>
            <a:spLocks xmlns:a="http://schemas.openxmlformats.org/drawingml/2006/main" noGrp="1"/>
          </p:cNvSpPr>
          <p:nvPr/>
        </p:nvSpPr>
        <p:spPr>
          <a:xfrm xmlns:a="http://schemas.openxmlformats.org/drawingml/2006/main">
            <a:off x="609600" y="5810250"/>
            <a:ext cx="1095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BBAEC6"/>
                </a:solidFill>
                <a:latin typeface="Malgun Gothic"/>
                <a:ea typeface="Malgun Gothic"/>
                <a:cs typeface="Malgun Gothic"/>
              </a:defRPr>
            </a:defPPr>
            <a:lvl1pPr algn="l">
              <a:defRPr sz="1725" b="0">
                <a:solidFill>
                  <a:srgbClr val="BBAEC6"/>
                </a:solidFill>
                <a:latin typeface="Malgun Gothic"/>
                <a:ea typeface="Malgun Gothic"/>
                <a:cs typeface="Malgun Gothic"/>
              </a:defRPr>
            </a:lvl1pPr>
            <a:lvl2pPr algn="l">
              <a:defRPr sz="1725" b="0">
                <a:solidFill>
                  <a:srgbClr val="BBAEC6"/>
                </a:solidFill>
                <a:latin typeface="Malgun Gothic"/>
                <a:ea typeface="Malgun Gothic"/>
                <a:cs typeface="Malgun Gothic"/>
              </a:defRPr>
            </a:lvl2pPr>
            <a:lvl3pPr algn="l">
              <a:defRPr sz="1725" b="0">
                <a:solidFill>
                  <a:srgbClr val="BBAEC6"/>
                </a:solidFill>
                <a:latin typeface="Malgun Gothic"/>
                <a:ea typeface="Malgun Gothic"/>
                <a:cs typeface="Malgun Gothic"/>
              </a:defRPr>
            </a:lvl3pPr>
            <a:lvl4pPr algn="l">
              <a:defRPr sz="1725" b="0">
                <a:solidFill>
                  <a:srgbClr val="BBAEC6"/>
                </a:solidFill>
                <a:latin typeface="Malgun Gothic"/>
                <a:ea typeface="Malgun Gothic"/>
                <a:cs typeface="Malgun Gothic"/>
              </a:defRPr>
            </a:lvl4pPr>
            <a:lvl5pPr algn="l">
              <a:defRPr sz="1725" b="0">
                <a:solidFill>
                  <a:srgbClr val="BBAEC6"/>
                </a:solidFill>
                <a:latin typeface="Malgun Gothic"/>
                <a:ea typeface="Malgun Gothic"/>
                <a:cs typeface="Malgun Gothic"/>
              </a:defRPr>
            </a:lvl5pPr>
            <a:lvl6pPr algn="l">
              <a:defRPr sz="1725" b="0">
                <a:solidFill>
                  <a:srgbClr val="BBAEC6"/>
                </a:solidFill>
                <a:latin typeface="Malgun Gothic"/>
                <a:ea typeface="Malgun Gothic"/>
                <a:cs typeface="Malgun Gothic"/>
              </a:defRPr>
            </a:lvl6pPr>
            <a:lvl7pPr algn="l">
              <a:defRPr sz="1725" b="0">
                <a:solidFill>
                  <a:srgbClr val="BBAEC6"/>
                </a:solidFill>
                <a:latin typeface="Malgun Gothic"/>
                <a:ea typeface="Malgun Gothic"/>
                <a:cs typeface="Malgun Gothic"/>
              </a:defRPr>
            </a:lvl7pPr>
            <a:lvl8pPr algn="l">
              <a:defRPr sz="1725" b="0">
                <a:solidFill>
                  <a:srgbClr val="BBAEC6"/>
                </a:solidFill>
                <a:latin typeface="Malgun Gothic"/>
                <a:ea typeface="Malgun Gothic"/>
                <a:cs typeface="Malgun Gothic"/>
              </a:defRPr>
            </a:lvl8pPr>
            <a:lvl9pPr algn="l">
              <a:defRPr sz="1725" b="0">
                <a:solidFill>
                  <a:srgbClr val="BBAEC6"/>
                </a:solidFill>
                <a:latin typeface="Malgun Gothic"/>
                <a:ea typeface="Malgun Gothic"/>
                <a:cs typeface="Malgun Gothic"/>
              </a:defRPr>
            </a:lvl9pPr>
          </a:lstStyle>
          <a:p xmlns:a="http://schemas.openxmlformats.org/drawingml/2006/main">
            <a:pPr algn="l">
              <a:defRPr sz="1725" b="0">
                <a:solidFill>
                  <a:srgbClr val="BBAEC6"/>
                </a:solidFill>
                <a:latin typeface="Malgun Gothic"/>
                <a:ea typeface="Malgun Gothic"/>
                <a:cs typeface="Malgun Gothic"/>
              </a:defRPr>
            </a:pPr>
            <a:r>
              <a:rPr sz="1725" b="0">
                <a:solidFill>
                  <a:srgbClr val="BBAEC6"/>
                </a:solidFill>
                <a:latin typeface="Malgun Gothic"/>
                <a:ea typeface="Malgun Gothic"/>
                <a:cs typeface="Malgun Gothic"/>
              </a:rPr>
              <a:t>Tripo·Suno는 생성 당시 유료 요금제를 사용했다. AI는 개발 도구로 활용한다.</a:t>
            </a:r>
          </a:p>
        </p:txBody>
      </p:sp>
      <p:sp>
        <p:nvSpPr>
          <p:cNvPr id="7" name="문서 작성 보조: Codex로 프로젝트 조사·기획서">
            <a:extLst xmlns:a="http://schemas.openxmlformats.org/drawingml/2006/main">
              <a:ext uri="{FF2B5EF4-FFF2-40B4-BE49-F238E27FC236}">
                <a16:creationId xmlns:a16="http://schemas.microsoft.com/office/drawing/2014/main" id="{67B565C0-BC06-485C-A1DB-A4AA42AF858B}"/>
              </a:ext>
            </a:extLst>
          </p:cNvPr>
          <p:cNvSpPr>
            <a:spLocks xmlns:a="http://schemas.openxmlformats.org/drawingml/2006/main" noGrp="1"/>
          </p:cNvSpPr>
          <p:nvPr/>
        </p:nvSpPr>
        <p:spPr>
          <a:xfrm xmlns:a="http://schemas.openxmlformats.org/drawingml/2006/main">
            <a:off x="609600" y="6191250"/>
            <a:ext cx="10382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BBAEC6"/>
                </a:solidFill>
                <a:latin typeface="Malgun Gothic"/>
                <a:ea typeface="Malgun Gothic"/>
                <a:cs typeface="Malgun Gothic"/>
              </a:defRPr>
            </a:defPPr>
            <a:lvl1pPr algn="l">
              <a:defRPr sz="1500" b="0">
                <a:solidFill>
                  <a:srgbClr val="BBAEC6"/>
                </a:solidFill>
                <a:latin typeface="Malgun Gothic"/>
                <a:ea typeface="Malgun Gothic"/>
                <a:cs typeface="Malgun Gothic"/>
              </a:defRPr>
            </a:lvl1pPr>
            <a:lvl2pPr algn="l">
              <a:defRPr sz="1500" b="0">
                <a:solidFill>
                  <a:srgbClr val="BBAEC6"/>
                </a:solidFill>
                <a:latin typeface="Malgun Gothic"/>
                <a:ea typeface="Malgun Gothic"/>
                <a:cs typeface="Malgun Gothic"/>
              </a:defRPr>
            </a:lvl2pPr>
            <a:lvl3pPr algn="l">
              <a:defRPr sz="1500" b="0">
                <a:solidFill>
                  <a:srgbClr val="BBAEC6"/>
                </a:solidFill>
                <a:latin typeface="Malgun Gothic"/>
                <a:ea typeface="Malgun Gothic"/>
                <a:cs typeface="Malgun Gothic"/>
              </a:defRPr>
            </a:lvl3pPr>
            <a:lvl4pPr algn="l">
              <a:defRPr sz="1500" b="0">
                <a:solidFill>
                  <a:srgbClr val="BBAEC6"/>
                </a:solidFill>
                <a:latin typeface="Malgun Gothic"/>
                <a:ea typeface="Malgun Gothic"/>
                <a:cs typeface="Malgun Gothic"/>
              </a:defRPr>
            </a:lvl4pPr>
            <a:lvl5pPr algn="l">
              <a:defRPr sz="1500" b="0">
                <a:solidFill>
                  <a:srgbClr val="BBAEC6"/>
                </a:solidFill>
                <a:latin typeface="Malgun Gothic"/>
                <a:ea typeface="Malgun Gothic"/>
                <a:cs typeface="Malgun Gothic"/>
              </a:defRPr>
            </a:lvl5pPr>
            <a:lvl6pPr algn="l">
              <a:defRPr sz="1500" b="0">
                <a:solidFill>
                  <a:srgbClr val="BBAEC6"/>
                </a:solidFill>
                <a:latin typeface="Malgun Gothic"/>
                <a:ea typeface="Malgun Gothic"/>
                <a:cs typeface="Malgun Gothic"/>
              </a:defRPr>
            </a:lvl6pPr>
            <a:lvl7pPr algn="l">
              <a:defRPr sz="1500" b="0">
                <a:solidFill>
                  <a:srgbClr val="BBAEC6"/>
                </a:solidFill>
                <a:latin typeface="Malgun Gothic"/>
                <a:ea typeface="Malgun Gothic"/>
                <a:cs typeface="Malgun Gothic"/>
              </a:defRPr>
            </a:lvl7pPr>
            <a:lvl8pPr algn="l">
              <a:defRPr sz="1500" b="0">
                <a:solidFill>
                  <a:srgbClr val="BBAEC6"/>
                </a:solidFill>
                <a:latin typeface="Malgun Gothic"/>
                <a:ea typeface="Malgun Gothic"/>
                <a:cs typeface="Malgun Gothic"/>
              </a:defRPr>
            </a:lvl8pPr>
            <a:lvl9pPr algn="l">
              <a:defRPr sz="1500" b="0">
                <a:solidFill>
                  <a:srgbClr val="BBAEC6"/>
                </a:solidFill>
                <a:latin typeface="Malgun Gothic"/>
                <a:ea typeface="Malgun Gothic"/>
                <a:cs typeface="Malgun Gothic"/>
              </a:defRPr>
            </a:lvl9pPr>
          </a:lstStyle>
          <a:p xmlns:a="http://schemas.openxmlformats.org/drawingml/2006/main">
            <a:pPr algn="l">
              <a:defRPr sz="1500" b="0">
                <a:solidFill>
                  <a:srgbClr val="BBAEC6"/>
                </a:solidFill>
                <a:latin typeface="Malgun Gothic"/>
                <a:ea typeface="Malgun Gothic"/>
                <a:cs typeface="Malgun Gothic"/>
              </a:defRPr>
            </a:pPr>
            <a:r>
              <a:rPr sz="1500" b="0">
                <a:solidFill>
                  <a:srgbClr val="BBAEC6"/>
                </a:solidFill>
                <a:latin typeface="Malgun Gothic"/>
                <a:ea typeface="Malgun Gothic"/>
                <a:cs typeface="Malgun Gothic"/>
              </a:rPr>
              <a:t>문서 작성 보조: Codex로 프로젝트 조사·기획서 초안·PPT/PDF 제작</a:t>
            </a:r>
          </a:p>
        </p:txBody>
      </p:sp>
    </p:spTree>
    <p:extLst>
      <p:ext uri="{BB962C8B-B14F-4D97-AF65-F5344CB8AC3E}">
        <p14:creationId xmlns:p14="http://schemas.microsoft.com/office/powerpoint/2010/main" val="1501698455"/>
      </p:ext>
    </p:extLst>
  </p:cSld>
</p:sld>
</file>

<file path=ppt/slides/slide9.xml><?xml version="1.0" encoding="utf-8"?>
<p:sld xmlns:p="http://schemas.openxmlformats.org/presentationml/2006/main">
  <p:cSld>
    <p:bg>
      <p:bgPr>
        <a:solidFill xmlns:a="http://schemas.openxmlformats.org/drawingml/2006/main">
          <a:srgbClr val="100E16"/>
        </a:solidFill>
      </p:bgPr>
    </p:bg>
    <p:spTree>
      <p:nvGrpSpPr>
        <p:cNvPr id="1" name=""/>
        <p:cNvGrpSpPr/>
        <p:nvPr/>
      </p:nvGrpSpPr>
      <p:grpSpPr>
        <a:xfrm xmlns:a="http://schemas.openxmlformats.org/drawingml/2006/main"/>
      </p:grpSpPr>
      <p:sp>
        <p:nvSpPr>
          <p:cNvPr id="2" name="직군별 프롬프트와 AI 오류 기록">
            <a:extLst xmlns:a="http://schemas.openxmlformats.org/drawingml/2006/main">
              <a:ext uri="{FF2B5EF4-FFF2-40B4-BE49-F238E27FC236}">
                <a16:creationId xmlns:a16="http://schemas.microsoft.com/office/drawing/2014/main" id="{ED85DDC7-D2BA-49F3-A383-A6CE3C419427}"/>
              </a:ext>
            </a:extLst>
          </p:cNvPr>
          <p:cNvSpPr>
            <a:spLocks xmlns:a="http://schemas.openxmlformats.org/drawingml/2006/main" noGrp="1"/>
          </p:cNvSpPr>
          <p:nvPr/>
        </p:nvSpPr>
        <p:spPr>
          <a:xfrm xmlns:a="http://schemas.openxmlformats.org/drawingml/2006/main">
            <a:off x="609600" y="428625"/>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F8F2FA"/>
                </a:solidFill>
                <a:latin typeface="Malgun Gothic"/>
                <a:ea typeface="Malgun Gothic"/>
                <a:cs typeface="Malgun Gothic"/>
              </a:defRPr>
            </a:defPPr>
            <a:lvl1pPr algn="l">
              <a:defRPr sz="3225" b="1">
                <a:solidFill>
                  <a:srgbClr val="F8F2FA"/>
                </a:solidFill>
                <a:latin typeface="Malgun Gothic"/>
                <a:ea typeface="Malgun Gothic"/>
                <a:cs typeface="Malgun Gothic"/>
              </a:defRPr>
            </a:lvl1pPr>
            <a:lvl2pPr algn="l">
              <a:defRPr sz="3225" b="1">
                <a:solidFill>
                  <a:srgbClr val="F8F2FA"/>
                </a:solidFill>
                <a:latin typeface="Malgun Gothic"/>
                <a:ea typeface="Malgun Gothic"/>
                <a:cs typeface="Malgun Gothic"/>
              </a:defRPr>
            </a:lvl2pPr>
            <a:lvl3pPr algn="l">
              <a:defRPr sz="3225" b="1">
                <a:solidFill>
                  <a:srgbClr val="F8F2FA"/>
                </a:solidFill>
                <a:latin typeface="Malgun Gothic"/>
                <a:ea typeface="Malgun Gothic"/>
                <a:cs typeface="Malgun Gothic"/>
              </a:defRPr>
            </a:lvl3pPr>
            <a:lvl4pPr algn="l">
              <a:defRPr sz="3225" b="1">
                <a:solidFill>
                  <a:srgbClr val="F8F2FA"/>
                </a:solidFill>
                <a:latin typeface="Malgun Gothic"/>
                <a:ea typeface="Malgun Gothic"/>
                <a:cs typeface="Malgun Gothic"/>
              </a:defRPr>
            </a:lvl4pPr>
            <a:lvl5pPr algn="l">
              <a:defRPr sz="3225" b="1">
                <a:solidFill>
                  <a:srgbClr val="F8F2FA"/>
                </a:solidFill>
                <a:latin typeface="Malgun Gothic"/>
                <a:ea typeface="Malgun Gothic"/>
                <a:cs typeface="Malgun Gothic"/>
              </a:defRPr>
            </a:lvl5pPr>
            <a:lvl6pPr algn="l">
              <a:defRPr sz="3225" b="1">
                <a:solidFill>
                  <a:srgbClr val="F8F2FA"/>
                </a:solidFill>
                <a:latin typeface="Malgun Gothic"/>
                <a:ea typeface="Malgun Gothic"/>
                <a:cs typeface="Malgun Gothic"/>
              </a:defRPr>
            </a:lvl6pPr>
            <a:lvl7pPr algn="l">
              <a:defRPr sz="3225" b="1">
                <a:solidFill>
                  <a:srgbClr val="F8F2FA"/>
                </a:solidFill>
                <a:latin typeface="Malgun Gothic"/>
                <a:ea typeface="Malgun Gothic"/>
                <a:cs typeface="Malgun Gothic"/>
              </a:defRPr>
            </a:lvl7pPr>
            <a:lvl8pPr algn="l">
              <a:defRPr sz="3225" b="1">
                <a:solidFill>
                  <a:srgbClr val="F8F2FA"/>
                </a:solidFill>
                <a:latin typeface="Malgun Gothic"/>
                <a:ea typeface="Malgun Gothic"/>
                <a:cs typeface="Malgun Gothic"/>
              </a:defRPr>
            </a:lvl8pPr>
            <a:lvl9pPr algn="l">
              <a:defRPr sz="3225" b="1">
                <a:solidFill>
                  <a:srgbClr val="F8F2FA"/>
                </a:solidFill>
                <a:latin typeface="Malgun Gothic"/>
                <a:ea typeface="Malgun Gothic"/>
                <a:cs typeface="Malgun Gothic"/>
              </a:defRPr>
            </a:lvl9pPr>
          </a:lstStyle>
          <a:p xmlns:a="http://schemas.openxmlformats.org/drawingml/2006/main">
            <a:pPr algn="l">
              <a:defRPr sz="3225" b="1">
                <a:solidFill>
                  <a:srgbClr val="F8F2FA"/>
                </a:solidFill>
                <a:latin typeface="Malgun Gothic"/>
                <a:ea typeface="Malgun Gothic"/>
                <a:cs typeface="Malgun Gothic"/>
              </a:defRPr>
            </a:pPr>
            <a:r>
              <a:rPr sz="3225" b="1">
                <a:solidFill>
                  <a:srgbClr val="F8F2FA"/>
                </a:solidFill>
                <a:latin typeface="Malgun Gothic"/>
                <a:ea typeface="Malgun Gothic"/>
                <a:cs typeface="Malgun Gothic"/>
              </a:rPr>
              <a:t>직군별 프롬프트와 AI 오류 기록</a:t>
            </a:r>
          </a:p>
        </p:txBody>
      </p:sp>
      <p:sp>
        <p:nvSpPr>
          <p:cNvPr id="3" name="08">
            <a:extLst xmlns:a="http://schemas.openxmlformats.org/drawingml/2006/main">
              <a:ext uri="{FF2B5EF4-FFF2-40B4-BE49-F238E27FC236}">
                <a16:creationId xmlns:a16="http://schemas.microsoft.com/office/drawing/2014/main" id="{C408F3FD-8141-4B60-B655-AD14249B9004}"/>
              </a:ext>
            </a:extLst>
          </p:cNvPr>
          <p:cNvSpPr>
            <a:spLocks xmlns:a="http://schemas.openxmlformats.org/drawingml/2006/main" noGrp="1"/>
          </p:cNvSpPr>
          <p:nvPr/>
        </p:nvSpPr>
        <p:spPr>
          <a:xfrm xmlns:a="http://schemas.openxmlformats.org/drawingml/2006/main">
            <a:off x="10982325" y="6324600"/>
            <a:ext cx="590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BBAEC6"/>
                </a:solidFill>
                <a:latin typeface="Malgun Gothic"/>
                <a:ea typeface="Malgun Gothic"/>
                <a:cs typeface="Malgun Gothic"/>
              </a:defRPr>
            </a:defPPr>
            <a:lvl1pPr algn="r">
              <a:defRPr sz="1350" b="0">
                <a:solidFill>
                  <a:srgbClr val="BBAEC6"/>
                </a:solidFill>
                <a:latin typeface="Malgun Gothic"/>
                <a:ea typeface="Malgun Gothic"/>
                <a:cs typeface="Malgun Gothic"/>
              </a:defRPr>
            </a:lvl1pPr>
            <a:lvl2pPr algn="r">
              <a:defRPr sz="1350" b="0">
                <a:solidFill>
                  <a:srgbClr val="BBAEC6"/>
                </a:solidFill>
                <a:latin typeface="Malgun Gothic"/>
                <a:ea typeface="Malgun Gothic"/>
                <a:cs typeface="Malgun Gothic"/>
              </a:defRPr>
            </a:lvl2pPr>
            <a:lvl3pPr algn="r">
              <a:defRPr sz="1350" b="0">
                <a:solidFill>
                  <a:srgbClr val="BBAEC6"/>
                </a:solidFill>
                <a:latin typeface="Malgun Gothic"/>
                <a:ea typeface="Malgun Gothic"/>
                <a:cs typeface="Malgun Gothic"/>
              </a:defRPr>
            </a:lvl3pPr>
            <a:lvl4pPr algn="r">
              <a:defRPr sz="1350" b="0">
                <a:solidFill>
                  <a:srgbClr val="BBAEC6"/>
                </a:solidFill>
                <a:latin typeface="Malgun Gothic"/>
                <a:ea typeface="Malgun Gothic"/>
                <a:cs typeface="Malgun Gothic"/>
              </a:defRPr>
            </a:lvl4pPr>
            <a:lvl5pPr algn="r">
              <a:defRPr sz="1350" b="0">
                <a:solidFill>
                  <a:srgbClr val="BBAEC6"/>
                </a:solidFill>
                <a:latin typeface="Malgun Gothic"/>
                <a:ea typeface="Malgun Gothic"/>
                <a:cs typeface="Malgun Gothic"/>
              </a:defRPr>
            </a:lvl5pPr>
            <a:lvl6pPr algn="r">
              <a:defRPr sz="1350" b="0">
                <a:solidFill>
                  <a:srgbClr val="BBAEC6"/>
                </a:solidFill>
                <a:latin typeface="Malgun Gothic"/>
                <a:ea typeface="Malgun Gothic"/>
                <a:cs typeface="Malgun Gothic"/>
              </a:defRPr>
            </a:lvl6pPr>
            <a:lvl7pPr algn="r">
              <a:defRPr sz="1350" b="0">
                <a:solidFill>
                  <a:srgbClr val="BBAEC6"/>
                </a:solidFill>
                <a:latin typeface="Malgun Gothic"/>
                <a:ea typeface="Malgun Gothic"/>
                <a:cs typeface="Malgun Gothic"/>
              </a:defRPr>
            </a:lvl7pPr>
            <a:lvl8pPr algn="r">
              <a:defRPr sz="1350" b="0">
                <a:solidFill>
                  <a:srgbClr val="BBAEC6"/>
                </a:solidFill>
                <a:latin typeface="Malgun Gothic"/>
                <a:ea typeface="Malgun Gothic"/>
                <a:cs typeface="Malgun Gothic"/>
              </a:defRPr>
            </a:lvl8pPr>
            <a:lvl9pPr algn="r">
              <a:defRPr sz="1350" b="0">
                <a:solidFill>
                  <a:srgbClr val="BBAEC6"/>
                </a:solidFill>
                <a:latin typeface="Malgun Gothic"/>
                <a:ea typeface="Malgun Gothic"/>
                <a:cs typeface="Malgun Gothic"/>
              </a:defRPr>
            </a:lvl9pPr>
          </a:lstStyle>
          <a:p xmlns:a="http://schemas.openxmlformats.org/drawingml/2006/main">
            <a:pPr algn="r">
              <a:defRPr sz="1350" b="0">
                <a:solidFill>
                  <a:srgbClr val="BBAEC6"/>
                </a:solidFill>
                <a:latin typeface="Malgun Gothic"/>
                <a:ea typeface="Malgun Gothic"/>
                <a:cs typeface="Malgun Gothic"/>
              </a:defRPr>
            </a:pPr>
            <a:r>
              <a:rPr sz="1350" b="0">
                <a:solidFill>
                  <a:srgbClr val="BBAEC6"/>
                </a:solidFill>
                <a:latin typeface="Malgun Gothic"/>
                <a:ea typeface="Malgun Gothic"/>
                <a:cs typeface="Malgun Gothic"/>
              </a:rPr>
              <a:t>08</a:t>
            </a:r>
          </a:p>
        </p:txBody>
      </p:sp>
      <p:graphicFrame>
        <p:nvGraphicFramePr>
          <p:cNvPr id="4" name="">
            <a:extLst xmlns:a="http://schemas.openxmlformats.org/drawingml/2006/main">
              <a:ext uri="{FF2B5EF4-FFF2-40B4-BE49-F238E27FC236}">
                <a16:creationId xmlns:a16="http://schemas.microsoft.com/office/drawing/2014/main" id="{E31909E5-4A39-44DC-B7F9-57D5DD1C6AEA}"/>
              </a:ext>
            </a:extLst>
          </p:cNvPr>
          <p:cNvGraphicFramePr/>
          <p:nvPr/>
        </p:nvGraphicFramePr>
        <p:xfrm>
          <a:off xmlns:a="http://schemas.openxmlformats.org/drawingml/2006/main" x="609600" y="1371600"/>
          <a:ext xmlns:a="http://schemas.openxmlformats.org/drawingml/2006/main" cx="10972800" cy="3200400"/>
        </p:xfrm>
        <a:graphic xmlns:a="http://schemas.openxmlformats.org/drawingml/2006/main">
          <a:graphicData uri="http://schemas.openxmlformats.org/drawingml/2006/table">
            <a:tbl>
              <a:tblPr firstRow="0" bandRow="0"/>
              <a:tblGrid>
                <a:gridCol w="1381125"/>
                <a:gridCol w="6191250"/>
                <a:gridCol w="3400425"/>
              </a:tblGrid>
              <a:tr h="533400">
                <a:tc>
                  <a:txBody>
                    <a:bodyPr/>
                    <a:lstStyle/>
                    <a:p>
                      <a:r>
                        <a:rPr sz="1650" b="1">
                          <a:solidFill>
                            <a:srgbClr val="F2B6D3"/>
                          </a:solidFill>
                          <a:latin typeface="Malgun Gothic"/>
                          <a:ea typeface="Malgun Gothic"/>
                          <a:cs typeface="Malgun Gothic"/>
                        </a:rPr>
                        <a:t>직군</a:t>
                      </a:r>
                    </a:p>
                  </a:txBody>
                  <a:tcPr marL="133350" marR="133350" marT="95250" marB="76200">
                    <a:lnL w="9525">
                      <a:solidFill>
                        <a:srgbClr val="45364F"/>
                      </a:solidFill>
                      <a:prstDash val="solid"/>
                    </a:lnL>
                    <a:lnR w="9525">
                      <a:solidFill>
                        <a:srgbClr val="45364F"/>
                      </a:solidFill>
                      <a:prstDash val="solid"/>
                    </a:lnR>
                    <a:lnT w="9525">
                      <a:solidFill>
                        <a:srgbClr val="45364F"/>
                      </a:solidFill>
                      <a:prstDash val="solid"/>
                    </a:lnT>
                    <a:lnB w="9525">
                      <a:solidFill>
                        <a:srgbClr val="45364F"/>
                      </a:solidFill>
                      <a:prstDash val="solid"/>
                    </a:lnB>
                    <a:solidFill>
                      <a:srgbClr val="35182D"/>
                    </a:solidFill>
                  </a:tcPr>
                </a:tc>
                <a:tc>
                  <a:txBody>
                    <a:bodyPr/>
                    <a:lstStyle/>
                    <a:p>
                      <a:r>
                        <a:rPr sz="1650" b="1">
                          <a:solidFill>
                            <a:srgbClr val="F2B6D3"/>
                          </a:solidFill>
                          <a:latin typeface="Malgun Gothic"/>
                          <a:ea typeface="Malgun Gothic"/>
                          <a:cs typeface="Malgun Gothic"/>
                        </a:rPr>
                        <a:t>프롬프트 계획</a:t>
                      </a:r>
                    </a:p>
                  </a:txBody>
                  <a:tcPr marL="133350" marR="133350" marT="95250" marB="76200">
                    <a:lnR w="9525">
                      <a:solidFill>
                        <a:srgbClr val="45364F"/>
                      </a:solidFill>
                      <a:prstDash val="solid"/>
                    </a:lnR>
                    <a:lnT w="9525">
                      <a:solidFill>
                        <a:srgbClr val="45364F"/>
                      </a:solidFill>
                      <a:prstDash val="solid"/>
                    </a:lnT>
                    <a:lnB w="9525">
                      <a:solidFill>
                        <a:srgbClr val="45364F"/>
                      </a:solidFill>
                      <a:prstDash val="solid"/>
                    </a:lnB>
                    <a:solidFill>
                      <a:srgbClr val="35182D"/>
                    </a:solidFill>
                  </a:tcPr>
                </a:tc>
                <a:tc>
                  <a:txBody>
                    <a:bodyPr/>
                    <a:lstStyle/>
                    <a:p>
                      <a:r>
                        <a:rPr sz="1650" b="1">
                          <a:solidFill>
                            <a:srgbClr val="F2B6D3"/>
                          </a:solidFill>
                          <a:latin typeface="Malgun Gothic"/>
                          <a:ea typeface="Malgun Gothic"/>
                          <a:cs typeface="Malgun Gothic"/>
                        </a:rPr>
                        <a:t>채택 전 검수</a:t>
                      </a:r>
                    </a:p>
                  </a:txBody>
                  <a:tcPr marL="133350" marR="133350" marT="95250" marB="76200">
                    <a:lnR w="9525">
                      <a:solidFill>
                        <a:srgbClr val="45364F"/>
                      </a:solidFill>
                      <a:prstDash val="solid"/>
                    </a:lnR>
                    <a:lnT w="9525">
                      <a:solidFill>
                        <a:srgbClr val="45364F"/>
                      </a:solidFill>
                      <a:prstDash val="solid"/>
                    </a:lnT>
                    <a:lnB w="9525">
                      <a:solidFill>
                        <a:srgbClr val="45364F"/>
                      </a:solidFill>
                      <a:prstDash val="solid"/>
                    </a:lnB>
                    <a:solidFill>
                      <a:srgbClr val="35182D"/>
                    </a:solidFill>
                  </a:tcPr>
                </a:tc>
              </a:tr>
              <a:tr h="533400">
                <a:tc>
                  <a:txBody>
                    <a:bodyPr/>
                    <a:lstStyle/>
                    <a:p>
                      <a:r>
                        <a:rPr sz="1650" b="0">
                          <a:solidFill>
                            <a:srgbClr val="F8F2FA"/>
                          </a:solidFill>
                          <a:latin typeface="Malgun Gothic"/>
                          <a:ea typeface="Malgun Gothic"/>
                          <a:cs typeface="Malgun Gothic"/>
                        </a:rPr>
                        <a:t>기획</a:t>
                      </a:r>
                    </a:p>
                  </a:txBody>
                  <a:tcPr marL="133350" marR="133350" marT="95250" marB="76200">
                    <a:lnL w="9525">
                      <a:solidFill>
                        <a:srgbClr val="45364F"/>
                      </a:solidFill>
                      <a:prstDash val="solid"/>
                    </a:lnL>
                    <a:lnR w="9525">
                      <a:solidFill>
                        <a:srgbClr val="45364F"/>
                      </a:solidFill>
                      <a:prstDash val="solid"/>
                    </a:lnR>
                    <a:lnB w="9525">
                      <a:solidFill>
                        <a:srgbClr val="45364F"/>
                      </a:solidFill>
                      <a:prstDash val="solid"/>
                    </a:lnB>
                    <a:solidFill>
                      <a:srgbClr val="100E16"/>
                    </a:solidFill>
                  </a:tcPr>
                </a:tc>
                <a:tc>
                  <a:txBody>
                    <a:bodyPr/>
                    <a:lstStyle/>
                    <a:p>
                      <a:r>
                        <a:rPr sz="1650" b="0">
                          <a:solidFill>
                            <a:srgbClr val="F8F2FA"/>
                          </a:solidFill>
                          <a:latin typeface="Malgun Gothic"/>
                          <a:ea typeface="Malgun Gothic"/>
                          <a:cs typeface="Malgun Gothic"/>
                        </a:rPr>
                        <a:t>4초 회복·실패·예외를 전이표로 정리</a:t>
                      </a:r>
                    </a:p>
                  </a:txBody>
                  <a:tcPr marL="133350" marR="133350" marT="95250" marB="76200">
                    <a:lnR w="9525">
                      <a:solidFill>
                        <a:srgbClr val="45364F"/>
                      </a:solidFill>
                      <a:prstDash val="solid"/>
                    </a:lnR>
                    <a:lnB w="9525">
                      <a:solidFill>
                        <a:srgbClr val="45364F"/>
                      </a:solidFill>
                      <a:prstDash val="solid"/>
                    </a:lnB>
                    <a:solidFill>
                      <a:srgbClr val="100E16"/>
                    </a:solidFill>
                  </a:tcPr>
                </a:tc>
                <a:tc>
                  <a:txBody>
                    <a:bodyPr/>
                    <a:lstStyle/>
                    <a:p>
                      <a:r>
                        <a:rPr sz="1650" b="0">
                          <a:solidFill>
                            <a:srgbClr val="F8F2FA"/>
                          </a:solidFill>
                          <a:latin typeface="Malgun Gothic"/>
                          <a:ea typeface="Malgun Gothic"/>
                          <a:cs typeface="Malgun Gothic"/>
                        </a:rPr>
                        <a:t>코드·씬과 대조</a:t>
                      </a:r>
                    </a:p>
                  </a:txBody>
                  <a:tcPr marL="133350" marR="133350" marT="95250" marB="76200">
                    <a:lnR w="9525">
                      <a:solidFill>
                        <a:srgbClr val="45364F"/>
                      </a:solidFill>
                      <a:prstDash val="solid"/>
                    </a:lnR>
                    <a:lnB w="9525">
                      <a:solidFill>
                        <a:srgbClr val="45364F"/>
                      </a:solidFill>
                      <a:prstDash val="solid"/>
                    </a:lnB>
                    <a:solidFill>
                      <a:srgbClr val="100E16"/>
                    </a:solidFill>
                  </a:tcPr>
                </a:tc>
              </a:tr>
              <a:tr h="533400">
                <a:tc>
                  <a:txBody>
                    <a:bodyPr/>
                    <a:lstStyle/>
                    <a:p>
                      <a:r>
                        <a:rPr sz="1650" b="0">
                          <a:solidFill>
                            <a:srgbClr val="F8F2FA"/>
                          </a:solidFill>
                          <a:latin typeface="Malgun Gothic"/>
                          <a:ea typeface="Malgun Gothic"/>
                          <a:cs typeface="Malgun Gothic"/>
                        </a:rPr>
                        <a:t>코드</a:t>
                      </a:r>
                    </a:p>
                  </a:txBody>
                  <a:tcPr marL="133350" marR="133350" marT="95250" marB="76200">
                    <a:lnL w="9525">
                      <a:solidFill>
                        <a:srgbClr val="45364F"/>
                      </a:solidFill>
                      <a:prstDash val="solid"/>
                    </a:lnL>
                    <a:lnR w="9525">
                      <a:solidFill>
                        <a:srgbClr val="45364F"/>
                      </a:solidFill>
                      <a:prstDash val="solid"/>
                    </a:lnR>
                    <a:lnB w="9525">
                      <a:solidFill>
                        <a:srgbClr val="45364F"/>
                      </a:solidFill>
                      <a:prstDash val="solid"/>
                    </a:lnB>
                    <a:solidFill>
                      <a:srgbClr val="100E16"/>
                    </a:solidFill>
                  </a:tcPr>
                </a:tc>
                <a:tc>
                  <a:txBody>
                    <a:bodyPr/>
                    <a:lstStyle/>
                    <a:p>
                      <a:r>
                        <a:rPr sz="1650" b="0">
                          <a:solidFill>
                            <a:srgbClr val="F8F2FA"/>
                          </a:solidFill>
                          <a:latin typeface="Malgun Gothic"/>
                          <a:ea typeface="Malgun Gothic"/>
                          <a:cs typeface="Malgun Gothic"/>
                        </a:rPr>
                        <a:t>머리 접촉은 스톰프 우선, 맨 바닥만 슬램</a:t>
                      </a:r>
                    </a:p>
                  </a:txBody>
                  <a:tcPr marL="133350" marR="133350" marT="95250" marB="76200">
                    <a:lnR w="9525">
                      <a:solidFill>
                        <a:srgbClr val="45364F"/>
                      </a:solidFill>
                      <a:prstDash val="solid"/>
                    </a:lnR>
                    <a:lnB w="9525">
                      <a:solidFill>
                        <a:srgbClr val="45364F"/>
                      </a:solidFill>
                      <a:prstDash val="solid"/>
                    </a:lnB>
                    <a:solidFill>
                      <a:srgbClr val="100E16"/>
                    </a:solidFill>
                  </a:tcPr>
                </a:tc>
                <a:tc>
                  <a:txBody>
                    <a:bodyPr/>
                    <a:lstStyle/>
                    <a:p>
                      <a:r>
                        <a:rPr sz="1650" b="0">
                          <a:solidFill>
                            <a:srgbClr val="F8F2FA"/>
                          </a:solidFill>
                          <a:latin typeface="Malgun Gothic"/>
                          <a:ea typeface="Malgun Gothic"/>
                          <a:cs typeface="Malgun Gothic"/>
                        </a:rPr>
                        <a:t>컴파일·경계 판정 회귀</a:t>
                      </a:r>
                    </a:p>
                  </a:txBody>
                  <a:tcPr marL="133350" marR="133350" marT="95250" marB="76200">
                    <a:lnR w="9525">
                      <a:solidFill>
                        <a:srgbClr val="45364F"/>
                      </a:solidFill>
                      <a:prstDash val="solid"/>
                    </a:lnR>
                    <a:lnB w="9525">
                      <a:solidFill>
                        <a:srgbClr val="45364F"/>
                      </a:solidFill>
                      <a:prstDash val="solid"/>
                    </a:lnB>
                    <a:solidFill>
                      <a:srgbClr val="100E16"/>
                    </a:solidFill>
                  </a:tcPr>
                </a:tc>
              </a:tr>
              <a:tr h="533400">
                <a:tc>
                  <a:txBody>
                    <a:bodyPr/>
                    <a:lstStyle/>
                    <a:p>
                      <a:r>
                        <a:rPr sz="1650" b="0">
                          <a:solidFill>
                            <a:srgbClr val="F8F2FA"/>
                          </a:solidFill>
                          <a:latin typeface="Malgun Gothic"/>
                          <a:ea typeface="Malgun Gothic"/>
                          <a:cs typeface="Malgun Gothic"/>
                        </a:rPr>
                        <a:t>아트</a:t>
                      </a:r>
                    </a:p>
                  </a:txBody>
                  <a:tcPr marL="133350" marR="133350" marT="95250" marB="76200">
                    <a:lnL w="9525">
                      <a:solidFill>
                        <a:srgbClr val="45364F"/>
                      </a:solidFill>
                      <a:prstDash val="solid"/>
                    </a:lnL>
                    <a:lnR w="9525">
                      <a:solidFill>
                        <a:srgbClr val="45364F"/>
                      </a:solidFill>
                      <a:prstDash val="solid"/>
                    </a:lnR>
                    <a:lnB w="9525">
                      <a:solidFill>
                        <a:srgbClr val="45364F"/>
                      </a:solidFill>
                      <a:prstDash val="solid"/>
                    </a:lnB>
                    <a:solidFill>
                      <a:srgbClr val="100E16"/>
                    </a:solidFill>
                  </a:tcPr>
                </a:tc>
                <a:tc>
                  <a:txBody>
                    <a:bodyPr/>
                    <a:lstStyle/>
                    <a:p>
                      <a:r>
                        <a:rPr sz="1650" b="0">
                          <a:solidFill>
                            <a:srgbClr val="F8F2FA"/>
                          </a:solidFill>
                          <a:latin typeface="Malgun Gothic"/>
                          <a:ea typeface="Malgun Gothic"/>
                          <a:cs typeface="Malgun Gothic"/>
                        </a:rPr>
                        <a:t>후드 사신·낫, 검정·보라·분홍, 모바일 실루엣</a:t>
                      </a:r>
                    </a:p>
                  </a:txBody>
                  <a:tcPr marL="133350" marR="133350" marT="95250" marB="76200">
                    <a:lnR w="9525">
                      <a:solidFill>
                        <a:srgbClr val="45364F"/>
                      </a:solidFill>
                      <a:prstDash val="solid"/>
                    </a:lnR>
                    <a:lnB w="9525">
                      <a:solidFill>
                        <a:srgbClr val="45364F"/>
                      </a:solidFill>
                      <a:prstDash val="solid"/>
                    </a:lnB>
                    <a:solidFill>
                      <a:srgbClr val="100E16"/>
                    </a:solidFill>
                  </a:tcPr>
                </a:tc>
                <a:tc>
                  <a:txBody>
                    <a:bodyPr/>
                    <a:lstStyle/>
                    <a:p>
                      <a:r>
                        <a:rPr sz="1650" b="0">
                          <a:solidFill>
                            <a:srgbClr val="F8F2FA"/>
                          </a:solidFill>
                          <a:latin typeface="Malgun Gothic"/>
                          <a:ea typeface="Malgun Gothic"/>
                          <a:cs typeface="Malgun Gothic"/>
                        </a:rPr>
                        <a:t>직접 리터칭·메시·리깅</a:t>
                      </a:r>
                    </a:p>
                  </a:txBody>
                  <a:tcPr marL="133350" marR="133350" marT="95250" marB="76200">
                    <a:lnR w="9525">
                      <a:solidFill>
                        <a:srgbClr val="45364F"/>
                      </a:solidFill>
                      <a:prstDash val="solid"/>
                    </a:lnR>
                    <a:lnB w="9525">
                      <a:solidFill>
                        <a:srgbClr val="45364F"/>
                      </a:solidFill>
                      <a:prstDash val="solid"/>
                    </a:lnB>
                    <a:solidFill>
                      <a:srgbClr val="100E16"/>
                    </a:solidFill>
                  </a:tcPr>
                </a:tc>
              </a:tr>
              <a:tr h="533400">
                <a:tc>
                  <a:txBody>
                    <a:bodyPr/>
                    <a:lstStyle/>
                    <a:p>
                      <a:r>
                        <a:rPr sz="1650" b="0">
                          <a:solidFill>
                            <a:srgbClr val="F8F2FA"/>
                          </a:solidFill>
                          <a:latin typeface="Malgun Gothic"/>
                          <a:ea typeface="Malgun Gothic"/>
                          <a:cs typeface="Malgun Gothic"/>
                        </a:rPr>
                        <a:t>사운드</a:t>
                      </a:r>
                    </a:p>
                  </a:txBody>
                  <a:tcPr marL="133350" marR="133350" marT="95250" marB="76200">
                    <a:lnL w="9525">
                      <a:solidFill>
                        <a:srgbClr val="45364F"/>
                      </a:solidFill>
                      <a:prstDash val="solid"/>
                    </a:lnL>
                    <a:lnR w="9525">
                      <a:solidFill>
                        <a:srgbClr val="45364F"/>
                      </a:solidFill>
                      <a:prstDash val="solid"/>
                    </a:lnR>
                    <a:lnB w="9525">
                      <a:solidFill>
                        <a:srgbClr val="45364F"/>
                      </a:solidFill>
                      <a:prstDash val="solid"/>
                    </a:lnB>
                    <a:solidFill>
                      <a:srgbClr val="100E16"/>
                    </a:solidFill>
                  </a:tcPr>
                </a:tc>
                <a:tc>
                  <a:txBody>
                    <a:bodyPr/>
                    <a:lstStyle/>
                    <a:p>
                      <a:r>
                        <a:rPr sz="1650" b="0">
                          <a:solidFill>
                            <a:srgbClr val="F8F2FA"/>
                          </a:solidFill>
                          <a:latin typeface="Malgun Gothic"/>
                          <a:ea typeface="Malgun Gothic"/>
                          <a:cs typeface="Malgun Gothic"/>
                        </a:rPr>
                        <a:t>보컬 없는 고딕 러너 BGM, 자연스러운 반복</a:t>
                      </a:r>
                    </a:p>
                  </a:txBody>
                  <a:tcPr marL="133350" marR="133350" marT="95250" marB="76200">
                    <a:lnR w="9525">
                      <a:solidFill>
                        <a:srgbClr val="45364F"/>
                      </a:solidFill>
                      <a:prstDash val="solid"/>
                    </a:lnR>
                    <a:lnB w="9525">
                      <a:solidFill>
                        <a:srgbClr val="45364F"/>
                      </a:solidFill>
                      <a:prstDash val="solid"/>
                    </a:lnB>
                    <a:solidFill>
                      <a:srgbClr val="100E16"/>
                    </a:solidFill>
                  </a:tcPr>
                </a:tc>
                <a:tc>
                  <a:txBody>
                    <a:bodyPr/>
                    <a:lstStyle/>
                    <a:p>
                      <a:r>
                        <a:rPr sz="1650" b="0">
                          <a:solidFill>
                            <a:srgbClr val="F8F2FA"/>
                          </a:solidFill>
                          <a:latin typeface="Malgun Gothic"/>
                          <a:ea typeface="Malgun Gothic"/>
                          <a:cs typeface="Malgun Gothic"/>
                        </a:rPr>
                        <a:t>루프·클리핑·경고음 간섭</a:t>
                      </a:r>
                    </a:p>
                  </a:txBody>
                  <a:tcPr marL="133350" marR="133350" marT="95250" marB="76200">
                    <a:lnR w="9525">
                      <a:solidFill>
                        <a:srgbClr val="45364F"/>
                      </a:solidFill>
                      <a:prstDash val="solid"/>
                    </a:lnR>
                    <a:lnB w="9525">
                      <a:solidFill>
                        <a:srgbClr val="45364F"/>
                      </a:solidFill>
                      <a:prstDash val="solid"/>
                    </a:lnB>
                    <a:solidFill>
                      <a:srgbClr val="100E16"/>
                    </a:solidFill>
                  </a:tcPr>
                </a:tc>
              </a:tr>
              <a:tr h="533400">
                <a:tc>
                  <a:txBody>
                    <a:bodyPr/>
                    <a:lstStyle/>
                    <a:p>
                      <a:r>
                        <a:rPr sz="1650" b="0">
                          <a:solidFill>
                            <a:srgbClr val="F8F2FA"/>
                          </a:solidFill>
                          <a:latin typeface="Malgun Gothic"/>
                          <a:ea typeface="Malgun Gothic"/>
                          <a:cs typeface="Malgun Gothic"/>
                        </a:rPr>
                        <a:t>QA</a:t>
                      </a:r>
                    </a:p>
                  </a:txBody>
                  <a:tcPr marL="133350" marR="133350" marT="95250" marB="76200">
                    <a:lnL w="9525">
                      <a:solidFill>
                        <a:srgbClr val="45364F"/>
                      </a:solidFill>
                      <a:prstDash val="solid"/>
                    </a:lnL>
                    <a:lnR w="9525">
                      <a:solidFill>
                        <a:srgbClr val="45364F"/>
                      </a:solidFill>
                      <a:prstDash val="solid"/>
                    </a:lnR>
                    <a:lnB w="9525">
                      <a:solidFill>
                        <a:srgbClr val="45364F"/>
                      </a:solidFill>
                      <a:prstDash val="solid"/>
                    </a:lnB>
                    <a:solidFill>
                      <a:srgbClr val="100E16"/>
                    </a:solidFill>
                  </a:tcPr>
                </a:tc>
                <a:tc>
                  <a:txBody>
                    <a:bodyPr/>
                    <a:lstStyle/>
                    <a:p>
                      <a:r>
                        <a:rPr sz="1650" b="0">
                          <a:solidFill>
                            <a:srgbClr val="F8F2FA"/>
                          </a:solidFill>
                          <a:latin typeface="Malgun Gothic"/>
                          <a:ea typeface="Malgun Gothic"/>
                          <a:cs typeface="Malgun Gothic"/>
                        </a:rPr>
                        <a:t>시드·FPS·입력으로 실패 재현, 수정 전후 비교</a:t>
                      </a:r>
                    </a:p>
                  </a:txBody>
                  <a:tcPr marL="133350" marR="133350" marT="95250" marB="76200">
                    <a:lnR w="9525">
                      <a:solidFill>
                        <a:srgbClr val="45364F"/>
                      </a:solidFill>
                      <a:prstDash val="solid"/>
                    </a:lnR>
                    <a:lnB w="9525">
                      <a:solidFill>
                        <a:srgbClr val="45364F"/>
                      </a:solidFill>
                      <a:prstDash val="solid"/>
                    </a:lnB>
                    <a:solidFill>
                      <a:srgbClr val="100E16"/>
                    </a:solidFill>
                  </a:tcPr>
                </a:tc>
                <a:tc>
                  <a:txBody>
                    <a:bodyPr/>
                    <a:lstStyle/>
                    <a:p>
                      <a:r>
                        <a:rPr sz="1650" b="0">
                          <a:solidFill>
                            <a:srgbClr val="F8F2FA"/>
                          </a:solidFill>
                          <a:latin typeface="Malgun Gothic"/>
                          <a:ea typeface="Malgun Gothic"/>
                          <a:cs typeface="Malgun Gothic"/>
                        </a:rPr>
                        <a:t>자동 재현과 실기기 분리</a:t>
                      </a:r>
                    </a:p>
                  </a:txBody>
                  <a:tcPr marL="133350" marR="133350" marT="95250" marB="76200">
                    <a:lnR w="9525">
                      <a:solidFill>
                        <a:srgbClr val="45364F"/>
                      </a:solidFill>
                      <a:prstDash val="solid"/>
                    </a:lnR>
                    <a:lnB w="9525">
                      <a:solidFill>
                        <a:srgbClr val="45364F"/>
                      </a:solidFill>
                      <a:prstDash val="solid"/>
                    </a:lnB>
                    <a:solidFill>
                      <a:srgbClr val="100E16"/>
                    </a:solidFill>
                  </a:tcPr>
                </a:tc>
              </a:tr>
            </a:tbl>
          </a:graphicData>
        </a:graphic>
      </p:graphicFrame>
      <p:sp>
        <p:nvSpPr>
          <p:cNvPr id="5" name="오류 기록">
            <a:extLst xmlns:a="http://schemas.openxmlformats.org/drawingml/2006/main">
              <a:ext uri="{FF2B5EF4-FFF2-40B4-BE49-F238E27FC236}">
                <a16:creationId xmlns:a16="http://schemas.microsoft.com/office/drawing/2014/main" id="{9533E2E8-85D3-499F-AF51-88ED59D45CA4}"/>
              </a:ext>
            </a:extLst>
          </p:cNvPr>
          <p:cNvSpPr>
            <a:spLocks xmlns:a="http://schemas.openxmlformats.org/drawingml/2006/main" noGrp="1"/>
          </p:cNvSpPr>
          <p:nvPr/>
        </p:nvSpPr>
        <p:spPr>
          <a:xfrm xmlns:a="http://schemas.openxmlformats.org/drawingml/2006/main">
            <a:off x="609600" y="4933950"/>
            <a:ext cx="238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FF4B9B"/>
                </a:solidFill>
                <a:latin typeface="Malgun Gothic"/>
                <a:ea typeface="Malgun Gothic"/>
                <a:cs typeface="Malgun Gothic"/>
              </a:defRPr>
            </a:defPPr>
            <a:lvl1pPr algn="l">
              <a:defRPr sz="2100" b="1">
                <a:solidFill>
                  <a:srgbClr val="FF4B9B"/>
                </a:solidFill>
                <a:latin typeface="Malgun Gothic"/>
                <a:ea typeface="Malgun Gothic"/>
                <a:cs typeface="Malgun Gothic"/>
              </a:defRPr>
            </a:lvl1pPr>
            <a:lvl2pPr algn="l">
              <a:defRPr sz="2100" b="1">
                <a:solidFill>
                  <a:srgbClr val="FF4B9B"/>
                </a:solidFill>
                <a:latin typeface="Malgun Gothic"/>
                <a:ea typeface="Malgun Gothic"/>
                <a:cs typeface="Malgun Gothic"/>
              </a:defRPr>
            </a:lvl2pPr>
            <a:lvl3pPr algn="l">
              <a:defRPr sz="2100" b="1">
                <a:solidFill>
                  <a:srgbClr val="FF4B9B"/>
                </a:solidFill>
                <a:latin typeface="Malgun Gothic"/>
                <a:ea typeface="Malgun Gothic"/>
                <a:cs typeface="Malgun Gothic"/>
              </a:defRPr>
            </a:lvl3pPr>
            <a:lvl4pPr algn="l">
              <a:defRPr sz="2100" b="1">
                <a:solidFill>
                  <a:srgbClr val="FF4B9B"/>
                </a:solidFill>
                <a:latin typeface="Malgun Gothic"/>
                <a:ea typeface="Malgun Gothic"/>
                <a:cs typeface="Malgun Gothic"/>
              </a:defRPr>
            </a:lvl4pPr>
            <a:lvl5pPr algn="l">
              <a:defRPr sz="2100" b="1">
                <a:solidFill>
                  <a:srgbClr val="FF4B9B"/>
                </a:solidFill>
                <a:latin typeface="Malgun Gothic"/>
                <a:ea typeface="Malgun Gothic"/>
                <a:cs typeface="Malgun Gothic"/>
              </a:defRPr>
            </a:lvl5pPr>
            <a:lvl6pPr algn="l">
              <a:defRPr sz="2100" b="1">
                <a:solidFill>
                  <a:srgbClr val="FF4B9B"/>
                </a:solidFill>
                <a:latin typeface="Malgun Gothic"/>
                <a:ea typeface="Malgun Gothic"/>
                <a:cs typeface="Malgun Gothic"/>
              </a:defRPr>
            </a:lvl6pPr>
            <a:lvl7pPr algn="l">
              <a:defRPr sz="2100" b="1">
                <a:solidFill>
                  <a:srgbClr val="FF4B9B"/>
                </a:solidFill>
                <a:latin typeface="Malgun Gothic"/>
                <a:ea typeface="Malgun Gothic"/>
                <a:cs typeface="Malgun Gothic"/>
              </a:defRPr>
            </a:lvl7pPr>
            <a:lvl8pPr algn="l">
              <a:defRPr sz="2100" b="1">
                <a:solidFill>
                  <a:srgbClr val="FF4B9B"/>
                </a:solidFill>
                <a:latin typeface="Malgun Gothic"/>
                <a:ea typeface="Malgun Gothic"/>
                <a:cs typeface="Malgun Gothic"/>
              </a:defRPr>
            </a:lvl8pPr>
            <a:lvl9pPr algn="l">
              <a:defRPr sz="2100" b="1">
                <a:solidFill>
                  <a:srgbClr val="FF4B9B"/>
                </a:solidFill>
                <a:latin typeface="Malgun Gothic"/>
                <a:ea typeface="Malgun Gothic"/>
                <a:cs typeface="Malgun Gothic"/>
              </a:defRPr>
            </a:lvl9pPr>
          </a:lstStyle>
          <a:p xmlns:a="http://schemas.openxmlformats.org/drawingml/2006/main">
            <a:pPr algn="l">
              <a:defRPr sz="2100" b="1">
                <a:solidFill>
                  <a:srgbClr val="FF4B9B"/>
                </a:solidFill>
                <a:latin typeface="Malgun Gothic"/>
                <a:ea typeface="Malgun Gothic"/>
                <a:cs typeface="Malgun Gothic"/>
              </a:defRPr>
            </a:pPr>
            <a:r>
              <a:rPr sz="2100" b="1">
                <a:solidFill>
                  <a:srgbClr val="FF4B9B"/>
                </a:solidFill>
                <a:latin typeface="Malgun Gothic"/>
                <a:ea typeface="Malgun Gothic"/>
                <a:cs typeface="Malgun Gothic"/>
              </a:rPr>
              <a:t>오류 기록</a:t>
            </a:r>
          </a:p>
        </p:txBody>
      </p:sp>
      <p:sp>
        <p:nvSpPr>
          <p:cNvPr id="6" name="도구·프롬프트, 기대/실제, 재현 조건, 원인·수정">
            <a:extLst xmlns:a="http://schemas.openxmlformats.org/drawingml/2006/main">
              <a:ext uri="{FF2B5EF4-FFF2-40B4-BE49-F238E27FC236}">
                <a16:creationId xmlns:a16="http://schemas.microsoft.com/office/drawing/2014/main" id="{96F2A899-B7B8-494B-97DC-505B45FF547D}"/>
              </a:ext>
            </a:extLst>
          </p:cNvPr>
          <p:cNvSpPr>
            <a:spLocks xmlns:a="http://schemas.openxmlformats.org/drawingml/2006/main" noGrp="1"/>
          </p:cNvSpPr>
          <p:nvPr/>
        </p:nvSpPr>
        <p:spPr>
          <a:xfrm xmlns:a="http://schemas.openxmlformats.org/drawingml/2006/main">
            <a:off x="609600" y="5400675"/>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F8F2FA"/>
                </a:solidFill>
                <a:latin typeface="Malgun Gothic"/>
                <a:ea typeface="Malgun Gothic"/>
                <a:cs typeface="Malgun Gothic"/>
              </a:defRPr>
            </a:defPPr>
            <a:lvl1pPr algn="l">
              <a:defRPr sz="1800" b="0">
                <a:solidFill>
                  <a:srgbClr val="F8F2FA"/>
                </a:solidFill>
                <a:latin typeface="Malgun Gothic"/>
                <a:ea typeface="Malgun Gothic"/>
                <a:cs typeface="Malgun Gothic"/>
              </a:defRPr>
            </a:lvl1pPr>
            <a:lvl2pPr algn="l">
              <a:defRPr sz="1800" b="0">
                <a:solidFill>
                  <a:srgbClr val="F8F2FA"/>
                </a:solidFill>
                <a:latin typeface="Malgun Gothic"/>
                <a:ea typeface="Malgun Gothic"/>
                <a:cs typeface="Malgun Gothic"/>
              </a:defRPr>
            </a:lvl2pPr>
            <a:lvl3pPr algn="l">
              <a:defRPr sz="1800" b="0">
                <a:solidFill>
                  <a:srgbClr val="F8F2FA"/>
                </a:solidFill>
                <a:latin typeface="Malgun Gothic"/>
                <a:ea typeface="Malgun Gothic"/>
                <a:cs typeface="Malgun Gothic"/>
              </a:defRPr>
            </a:lvl3pPr>
            <a:lvl4pPr algn="l">
              <a:defRPr sz="1800" b="0">
                <a:solidFill>
                  <a:srgbClr val="F8F2FA"/>
                </a:solidFill>
                <a:latin typeface="Malgun Gothic"/>
                <a:ea typeface="Malgun Gothic"/>
                <a:cs typeface="Malgun Gothic"/>
              </a:defRPr>
            </a:lvl4pPr>
            <a:lvl5pPr algn="l">
              <a:defRPr sz="1800" b="0">
                <a:solidFill>
                  <a:srgbClr val="F8F2FA"/>
                </a:solidFill>
                <a:latin typeface="Malgun Gothic"/>
                <a:ea typeface="Malgun Gothic"/>
                <a:cs typeface="Malgun Gothic"/>
              </a:defRPr>
            </a:lvl5pPr>
            <a:lvl6pPr algn="l">
              <a:defRPr sz="1800" b="0">
                <a:solidFill>
                  <a:srgbClr val="F8F2FA"/>
                </a:solidFill>
                <a:latin typeface="Malgun Gothic"/>
                <a:ea typeface="Malgun Gothic"/>
                <a:cs typeface="Malgun Gothic"/>
              </a:defRPr>
            </a:lvl6pPr>
            <a:lvl7pPr algn="l">
              <a:defRPr sz="1800" b="0">
                <a:solidFill>
                  <a:srgbClr val="F8F2FA"/>
                </a:solidFill>
                <a:latin typeface="Malgun Gothic"/>
                <a:ea typeface="Malgun Gothic"/>
                <a:cs typeface="Malgun Gothic"/>
              </a:defRPr>
            </a:lvl7pPr>
            <a:lvl8pPr algn="l">
              <a:defRPr sz="1800" b="0">
                <a:solidFill>
                  <a:srgbClr val="F8F2FA"/>
                </a:solidFill>
                <a:latin typeface="Malgun Gothic"/>
                <a:ea typeface="Malgun Gothic"/>
                <a:cs typeface="Malgun Gothic"/>
              </a:defRPr>
            </a:lvl8pPr>
            <a:lvl9pPr algn="l">
              <a:defRPr sz="1800" b="0">
                <a:solidFill>
                  <a:srgbClr val="F8F2FA"/>
                </a:solidFill>
                <a:latin typeface="Malgun Gothic"/>
                <a:ea typeface="Malgun Gothic"/>
                <a:cs typeface="Malgun Gothic"/>
              </a:defRPr>
            </a:lvl9pPr>
          </a:lstStyle>
          <a:p xmlns:a="http://schemas.openxmlformats.org/drawingml/2006/main">
            <a:pPr algn="l">
              <a:defRPr sz="1800" b="0">
                <a:solidFill>
                  <a:srgbClr val="F8F2FA"/>
                </a:solidFill>
                <a:latin typeface="Malgun Gothic"/>
                <a:ea typeface="Malgun Gothic"/>
                <a:cs typeface="Malgun Gothic"/>
              </a:defRPr>
            </a:pPr>
            <a:r>
              <a:rPr sz="1800" b="0">
                <a:solidFill>
                  <a:srgbClr val="F8F2FA"/>
                </a:solidFill>
                <a:latin typeface="Malgun Gothic"/>
                <a:ea typeface="Malgun Gothic"/>
                <a:cs typeface="Malgun Gothic"/>
              </a:rPr>
              <a:t>도구·프롬프트, 기대/실제, 재현 조건, 원인·수정, 재검증, Issue·커밋을 남긴다</a:t>
            </a:r>
          </a:p>
        </p:txBody>
      </p:sp>
      <p:sp>
        <p:nvSpPr>
          <p:cNvPr id="7" name="실제 기록 예시: 튜토리얼 슬램 미처치. 표적 배치">
            <a:extLst xmlns:a="http://schemas.openxmlformats.org/drawingml/2006/main">
              <a:ext uri="{FF2B5EF4-FFF2-40B4-BE49-F238E27FC236}">
                <a16:creationId xmlns:a16="http://schemas.microsoft.com/office/drawing/2014/main" id="{835522E4-4AB8-4CCA-AC5D-FEB9EC7E5B84}"/>
              </a:ext>
            </a:extLst>
          </p:cNvPr>
          <p:cNvSpPr>
            <a:spLocks xmlns:a="http://schemas.openxmlformats.org/drawingml/2006/main" noGrp="1"/>
          </p:cNvSpPr>
          <p:nvPr/>
        </p:nvSpPr>
        <p:spPr>
          <a:xfrm xmlns:a="http://schemas.openxmlformats.org/drawingml/2006/main">
            <a:off x="609600" y="5895975"/>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BBAEC6"/>
                </a:solidFill>
                <a:latin typeface="Malgun Gothic"/>
                <a:ea typeface="Malgun Gothic"/>
                <a:cs typeface="Malgun Gothic"/>
              </a:defRPr>
            </a:defPPr>
            <a:lvl1pPr algn="l">
              <a:defRPr sz="1650" b="0">
                <a:solidFill>
                  <a:srgbClr val="BBAEC6"/>
                </a:solidFill>
                <a:latin typeface="Malgun Gothic"/>
                <a:ea typeface="Malgun Gothic"/>
                <a:cs typeface="Malgun Gothic"/>
              </a:defRPr>
            </a:lvl1pPr>
            <a:lvl2pPr algn="l">
              <a:defRPr sz="1650" b="0">
                <a:solidFill>
                  <a:srgbClr val="BBAEC6"/>
                </a:solidFill>
                <a:latin typeface="Malgun Gothic"/>
                <a:ea typeface="Malgun Gothic"/>
                <a:cs typeface="Malgun Gothic"/>
              </a:defRPr>
            </a:lvl2pPr>
            <a:lvl3pPr algn="l">
              <a:defRPr sz="1650" b="0">
                <a:solidFill>
                  <a:srgbClr val="BBAEC6"/>
                </a:solidFill>
                <a:latin typeface="Malgun Gothic"/>
                <a:ea typeface="Malgun Gothic"/>
                <a:cs typeface="Malgun Gothic"/>
              </a:defRPr>
            </a:lvl3pPr>
            <a:lvl4pPr algn="l">
              <a:defRPr sz="1650" b="0">
                <a:solidFill>
                  <a:srgbClr val="BBAEC6"/>
                </a:solidFill>
                <a:latin typeface="Malgun Gothic"/>
                <a:ea typeface="Malgun Gothic"/>
                <a:cs typeface="Malgun Gothic"/>
              </a:defRPr>
            </a:lvl4pPr>
            <a:lvl5pPr algn="l">
              <a:defRPr sz="1650" b="0">
                <a:solidFill>
                  <a:srgbClr val="BBAEC6"/>
                </a:solidFill>
                <a:latin typeface="Malgun Gothic"/>
                <a:ea typeface="Malgun Gothic"/>
                <a:cs typeface="Malgun Gothic"/>
              </a:defRPr>
            </a:lvl5pPr>
            <a:lvl6pPr algn="l">
              <a:defRPr sz="1650" b="0">
                <a:solidFill>
                  <a:srgbClr val="BBAEC6"/>
                </a:solidFill>
                <a:latin typeface="Malgun Gothic"/>
                <a:ea typeface="Malgun Gothic"/>
                <a:cs typeface="Malgun Gothic"/>
              </a:defRPr>
            </a:lvl6pPr>
            <a:lvl7pPr algn="l">
              <a:defRPr sz="1650" b="0">
                <a:solidFill>
                  <a:srgbClr val="BBAEC6"/>
                </a:solidFill>
                <a:latin typeface="Malgun Gothic"/>
                <a:ea typeface="Malgun Gothic"/>
                <a:cs typeface="Malgun Gothic"/>
              </a:defRPr>
            </a:lvl7pPr>
            <a:lvl8pPr algn="l">
              <a:defRPr sz="1650" b="0">
                <a:solidFill>
                  <a:srgbClr val="BBAEC6"/>
                </a:solidFill>
                <a:latin typeface="Malgun Gothic"/>
                <a:ea typeface="Malgun Gothic"/>
                <a:cs typeface="Malgun Gothic"/>
              </a:defRPr>
            </a:lvl8pPr>
            <a:lvl9pPr algn="l">
              <a:defRPr sz="1650" b="0">
                <a:solidFill>
                  <a:srgbClr val="BBAEC6"/>
                </a:solidFill>
                <a:latin typeface="Malgun Gothic"/>
                <a:ea typeface="Malgun Gothic"/>
                <a:cs typeface="Malgun Gothic"/>
              </a:defRPr>
            </a:lvl9pPr>
          </a:lstStyle>
          <a:p xmlns:a="http://schemas.openxmlformats.org/drawingml/2006/main">
            <a:pPr algn="l">
              <a:defRPr sz="1650" b="0">
                <a:solidFill>
                  <a:srgbClr val="BBAEC6"/>
                </a:solidFill>
                <a:latin typeface="Malgun Gothic"/>
                <a:ea typeface="Malgun Gothic"/>
                <a:cs typeface="Malgun Gothic"/>
              </a:defRPr>
            </a:pPr>
            <a:r>
              <a:rPr sz="1650" b="0">
                <a:solidFill>
                  <a:srgbClr val="BBAEC6"/>
                </a:solidFill>
                <a:latin typeface="Malgun Gothic"/>
                <a:ea typeface="Malgun Gothic"/>
                <a:cs typeface="Malgun Gothic"/>
              </a:rPr>
              <a:t>실제 기록 예시: 튜토리얼 슬램 미처치. 표적 배치 수정 후 30/60 FPS 재현 통과</a:t>
            </a:r>
          </a:p>
        </p:txBody>
      </p:sp>
    </p:spTree>
    <p:extLst>
      <p:ext uri="{BB962C8B-B14F-4D97-AF65-F5344CB8AC3E}">
        <p14:creationId xmlns:p14="http://schemas.microsoft.com/office/powerpoint/2010/main" val="77168590"/>
      </p:ext>
    </p:extLst>
  </p:cSld>
</p:sld>
</file>

<file path=ppt/slides/slide10.xml><?xml version="1.0" encoding="utf-8"?>
<p:sld xmlns:p="http://schemas.openxmlformats.org/presentationml/2006/main">
  <p:cSld>
    <p:bg>
      <p:bgPr>
        <a:solidFill xmlns:a="http://schemas.openxmlformats.org/drawingml/2006/main">
          <a:srgbClr val="100E16"/>
        </a:solidFill>
      </p:bgPr>
    </p:bg>
    <p:spTree>
      <p:nvGrpSpPr>
        <p:cNvPr id="1" name=""/>
        <p:cNvGrpSpPr/>
        <p:nvPr/>
      </p:nvGrpSpPr>
      <p:grpSpPr>
        <a:xfrm xmlns:a="http://schemas.openxmlformats.org/drawingml/2006/main"/>
      </p:grpSpPr>
      <p:sp>
        <p:nvSpPr>
          <p:cNvPr id="2" name="기술 구성과 GitHub 기록">
            <a:extLst xmlns:a="http://schemas.openxmlformats.org/drawingml/2006/main">
              <a:ext uri="{FF2B5EF4-FFF2-40B4-BE49-F238E27FC236}">
                <a16:creationId xmlns:a16="http://schemas.microsoft.com/office/drawing/2014/main" id="{651BF181-3967-4573-B83F-1BB62B41EA0A}"/>
              </a:ext>
            </a:extLst>
          </p:cNvPr>
          <p:cNvSpPr>
            <a:spLocks xmlns:a="http://schemas.openxmlformats.org/drawingml/2006/main" noGrp="1"/>
          </p:cNvSpPr>
          <p:nvPr/>
        </p:nvSpPr>
        <p:spPr>
          <a:xfrm xmlns:a="http://schemas.openxmlformats.org/drawingml/2006/main">
            <a:off x="609600" y="428625"/>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F8F2FA"/>
                </a:solidFill>
                <a:latin typeface="Malgun Gothic"/>
                <a:ea typeface="Malgun Gothic"/>
                <a:cs typeface="Malgun Gothic"/>
              </a:defRPr>
            </a:defPPr>
            <a:lvl1pPr algn="l">
              <a:defRPr sz="3225" b="1">
                <a:solidFill>
                  <a:srgbClr val="F8F2FA"/>
                </a:solidFill>
                <a:latin typeface="Malgun Gothic"/>
                <a:ea typeface="Malgun Gothic"/>
                <a:cs typeface="Malgun Gothic"/>
              </a:defRPr>
            </a:lvl1pPr>
            <a:lvl2pPr algn="l">
              <a:defRPr sz="3225" b="1">
                <a:solidFill>
                  <a:srgbClr val="F8F2FA"/>
                </a:solidFill>
                <a:latin typeface="Malgun Gothic"/>
                <a:ea typeface="Malgun Gothic"/>
                <a:cs typeface="Malgun Gothic"/>
              </a:defRPr>
            </a:lvl2pPr>
            <a:lvl3pPr algn="l">
              <a:defRPr sz="3225" b="1">
                <a:solidFill>
                  <a:srgbClr val="F8F2FA"/>
                </a:solidFill>
                <a:latin typeface="Malgun Gothic"/>
                <a:ea typeface="Malgun Gothic"/>
                <a:cs typeface="Malgun Gothic"/>
              </a:defRPr>
            </a:lvl3pPr>
            <a:lvl4pPr algn="l">
              <a:defRPr sz="3225" b="1">
                <a:solidFill>
                  <a:srgbClr val="F8F2FA"/>
                </a:solidFill>
                <a:latin typeface="Malgun Gothic"/>
                <a:ea typeface="Malgun Gothic"/>
                <a:cs typeface="Malgun Gothic"/>
              </a:defRPr>
            </a:lvl4pPr>
            <a:lvl5pPr algn="l">
              <a:defRPr sz="3225" b="1">
                <a:solidFill>
                  <a:srgbClr val="F8F2FA"/>
                </a:solidFill>
                <a:latin typeface="Malgun Gothic"/>
                <a:ea typeface="Malgun Gothic"/>
                <a:cs typeface="Malgun Gothic"/>
              </a:defRPr>
            </a:lvl5pPr>
            <a:lvl6pPr algn="l">
              <a:defRPr sz="3225" b="1">
                <a:solidFill>
                  <a:srgbClr val="F8F2FA"/>
                </a:solidFill>
                <a:latin typeface="Malgun Gothic"/>
                <a:ea typeface="Malgun Gothic"/>
                <a:cs typeface="Malgun Gothic"/>
              </a:defRPr>
            </a:lvl6pPr>
            <a:lvl7pPr algn="l">
              <a:defRPr sz="3225" b="1">
                <a:solidFill>
                  <a:srgbClr val="F8F2FA"/>
                </a:solidFill>
                <a:latin typeface="Malgun Gothic"/>
                <a:ea typeface="Malgun Gothic"/>
                <a:cs typeface="Malgun Gothic"/>
              </a:defRPr>
            </a:lvl7pPr>
            <a:lvl8pPr algn="l">
              <a:defRPr sz="3225" b="1">
                <a:solidFill>
                  <a:srgbClr val="F8F2FA"/>
                </a:solidFill>
                <a:latin typeface="Malgun Gothic"/>
                <a:ea typeface="Malgun Gothic"/>
                <a:cs typeface="Malgun Gothic"/>
              </a:defRPr>
            </a:lvl8pPr>
            <a:lvl9pPr algn="l">
              <a:defRPr sz="3225" b="1">
                <a:solidFill>
                  <a:srgbClr val="F8F2FA"/>
                </a:solidFill>
                <a:latin typeface="Malgun Gothic"/>
                <a:ea typeface="Malgun Gothic"/>
                <a:cs typeface="Malgun Gothic"/>
              </a:defRPr>
            </a:lvl9pPr>
          </a:lstStyle>
          <a:p xmlns:a="http://schemas.openxmlformats.org/drawingml/2006/main">
            <a:pPr algn="l">
              <a:defRPr sz="3225" b="1">
                <a:solidFill>
                  <a:srgbClr val="F8F2FA"/>
                </a:solidFill>
                <a:latin typeface="Malgun Gothic"/>
                <a:ea typeface="Malgun Gothic"/>
                <a:cs typeface="Malgun Gothic"/>
              </a:defRPr>
            </a:pPr>
            <a:r>
              <a:rPr sz="3225" b="1">
                <a:solidFill>
                  <a:srgbClr val="F8F2FA"/>
                </a:solidFill>
                <a:latin typeface="Malgun Gothic"/>
                <a:ea typeface="Malgun Gothic"/>
                <a:cs typeface="Malgun Gothic"/>
              </a:rPr>
              <a:t>기술 구성과 GitHub 기록</a:t>
            </a:r>
          </a:p>
        </p:txBody>
      </p:sp>
      <p:sp>
        <p:nvSpPr>
          <p:cNvPr id="3" name="09">
            <a:extLst xmlns:a="http://schemas.openxmlformats.org/drawingml/2006/main">
              <a:ext uri="{FF2B5EF4-FFF2-40B4-BE49-F238E27FC236}">
                <a16:creationId xmlns:a16="http://schemas.microsoft.com/office/drawing/2014/main" id="{39F97F4F-E262-4A5F-BE14-4C686C6C7DA3}"/>
              </a:ext>
            </a:extLst>
          </p:cNvPr>
          <p:cNvSpPr>
            <a:spLocks xmlns:a="http://schemas.openxmlformats.org/drawingml/2006/main" noGrp="1"/>
          </p:cNvSpPr>
          <p:nvPr/>
        </p:nvSpPr>
        <p:spPr>
          <a:xfrm xmlns:a="http://schemas.openxmlformats.org/drawingml/2006/main">
            <a:off x="10982325" y="6324600"/>
            <a:ext cx="590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BBAEC6"/>
                </a:solidFill>
                <a:latin typeface="Malgun Gothic"/>
                <a:ea typeface="Malgun Gothic"/>
                <a:cs typeface="Malgun Gothic"/>
              </a:defRPr>
            </a:defPPr>
            <a:lvl1pPr algn="r">
              <a:defRPr sz="1350" b="0">
                <a:solidFill>
                  <a:srgbClr val="BBAEC6"/>
                </a:solidFill>
                <a:latin typeface="Malgun Gothic"/>
                <a:ea typeface="Malgun Gothic"/>
                <a:cs typeface="Malgun Gothic"/>
              </a:defRPr>
            </a:lvl1pPr>
            <a:lvl2pPr algn="r">
              <a:defRPr sz="1350" b="0">
                <a:solidFill>
                  <a:srgbClr val="BBAEC6"/>
                </a:solidFill>
                <a:latin typeface="Malgun Gothic"/>
                <a:ea typeface="Malgun Gothic"/>
                <a:cs typeface="Malgun Gothic"/>
              </a:defRPr>
            </a:lvl2pPr>
            <a:lvl3pPr algn="r">
              <a:defRPr sz="1350" b="0">
                <a:solidFill>
                  <a:srgbClr val="BBAEC6"/>
                </a:solidFill>
                <a:latin typeface="Malgun Gothic"/>
                <a:ea typeface="Malgun Gothic"/>
                <a:cs typeface="Malgun Gothic"/>
              </a:defRPr>
            </a:lvl3pPr>
            <a:lvl4pPr algn="r">
              <a:defRPr sz="1350" b="0">
                <a:solidFill>
                  <a:srgbClr val="BBAEC6"/>
                </a:solidFill>
                <a:latin typeface="Malgun Gothic"/>
                <a:ea typeface="Malgun Gothic"/>
                <a:cs typeface="Malgun Gothic"/>
              </a:defRPr>
            </a:lvl4pPr>
            <a:lvl5pPr algn="r">
              <a:defRPr sz="1350" b="0">
                <a:solidFill>
                  <a:srgbClr val="BBAEC6"/>
                </a:solidFill>
                <a:latin typeface="Malgun Gothic"/>
                <a:ea typeface="Malgun Gothic"/>
                <a:cs typeface="Malgun Gothic"/>
              </a:defRPr>
            </a:lvl5pPr>
            <a:lvl6pPr algn="r">
              <a:defRPr sz="1350" b="0">
                <a:solidFill>
                  <a:srgbClr val="BBAEC6"/>
                </a:solidFill>
                <a:latin typeface="Malgun Gothic"/>
                <a:ea typeface="Malgun Gothic"/>
                <a:cs typeface="Malgun Gothic"/>
              </a:defRPr>
            </a:lvl6pPr>
            <a:lvl7pPr algn="r">
              <a:defRPr sz="1350" b="0">
                <a:solidFill>
                  <a:srgbClr val="BBAEC6"/>
                </a:solidFill>
                <a:latin typeface="Malgun Gothic"/>
                <a:ea typeface="Malgun Gothic"/>
                <a:cs typeface="Malgun Gothic"/>
              </a:defRPr>
            </a:lvl7pPr>
            <a:lvl8pPr algn="r">
              <a:defRPr sz="1350" b="0">
                <a:solidFill>
                  <a:srgbClr val="BBAEC6"/>
                </a:solidFill>
                <a:latin typeface="Malgun Gothic"/>
                <a:ea typeface="Malgun Gothic"/>
                <a:cs typeface="Malgun Gothic"/>
              </a:defRPr>
            </a:lvl8pPr>
            <a:lvl9pPr algn="r">
              <a:defRPr sz="1350" b="0">
                <a:solidFill>
                  <a:srgbClr val="BBAEC6"/>
                </a:solidFill>
                <a:latin typeface="Malgun Gothic"/>
                <a:ea typeface="Malgun Gothic"/>
                <a:cs typeface="Malgun Gothic"/>
              </a:defRPr>
            </a:lvl9pPr>
          </a:lstStyle>
          <a:p xmlns:a="http://schemas.openxmlformats.org/drawingml/2006/main">
            <a:pPr algn="r">
              <a:defRPr sz="1350" b="0">
                <a:solidFill>
                  <a:srgbClr val="BBAEC6"/>
                </a:solidFill>
                <a:latin typeface="Malgun Gothic"/>
                <a:ea typeface="Malgun Gothic"/>
                <a:cs typeface="Malgun Gothic"/>
              </a:defRPr>
            </a:pPr>
            <a:r>
              <a:rPr sz="1350" b="0">
                <a:solidFill>
                  <a:srgbClr val="BBAEC6"/>
                </a:solidFill>
                <a:latin typeface="Malgun Gothic"/>
                <a:ea typeface="Malgun Gothic"/>
                <a:cs typeface="Malgun Gothic"/>
              </a:rPr>
              <a:t>09</a:t>
            </a:r>
          </a:p>
        </p:txBody>
      </p:sp>
      <p:graphicFrame>
        <p:nvGraphicFramePr>
          <p:cNvPr id="4" name="">
            <a:extLst xmlns:a="http://schemas.openxmlformats.org/drawingml/2006/main">
              <a:ext uri="{FF2B5EF4-FFF2-40B4-BE49-F238E27FC236}">
                <a16:creationId xmlns:a16="http://schemas.microsoft.com/office/drawing/2014/main" id="{3E301BA7-E8A0-49A5-9AEF-5524BFCD0383}"/>
              </a:ext>
            </a:extLst>
          </p:cNvPr>
          <p:cNvGraphicFramePr/>
          <p:nvPr/>
        </p:nvGraphicFramePr>
        <p:xfrm>
          <a:off xmlns:a="http://schemas.openxmlformats.org/drawingml/2006/main" x="609600" y="1428750"/>
          <a:ext xmlns:a="http://schemas.openxmlformats.org/drawingml/2006/main" cx="10972800" cy="2714625"/>
        </p:xfrm>
        <a:graphic xmlns:a="http://schemas.openxmlformats.org/drawingml/2006/main">
          <a:graphicData uri="http://schemas.openxmlformats.org/drawingml/2006/table">
            <a:tbl>
              <a:tblPr firstRow="0" bandRow="0"/>
              <a:tblGrid>
                <a:gridCol w="2333625"/>
                <a:gridCol w="8639175"/>
              </a:tblGrid>
              <a:tr h="542925">
                <a:tc>
                  <a:txBody>
                    <a:bodyPr/>
                    <a:lstStyle/>
                    <a:p>
                      <a:r>
                        <a:rPr sz="1875" b="1">
                          <a:solidFill>
                            <a:srgbClr val="F2B6D3"/>
                          </a:solidFill>
                          <a:latin typeface="Malgun Gothic"/>
                          <a:ea typeface="Malgun Gothic"/>
                          <a:cs typeface="Malgun Gothic"/>
                        </a:rPr>
                        <a:t>항목</a:t>
                      </a:r>
                    </a:p>
                  </a:txBody>
                  <a:tcPr marL="133350" marR="133350" marT="95250" marB="76200">
                    <a:lnL w="9525">
                      <a:solidFill>
                        <a:srgbClr val="45364F"/>
                      </a:solidFill>
                      <a:prstDash val="solid"/>
                    </a:lnL>
                    <a:lnR w="9525">
                      <a:solidFill>
                        <a:srgbClr val="45364F"/>
                      </a:solidFill>
                      <a:prstDash val="solid"/>
                    </a:lnR>
                    <a:lnT w="9525">
                      <a:solidFill>
                        <a:srgbClr val="45364F"/>
                      </a:solidFill>
                      <a:prstDash val="solid"/>
                    </a:lnT>
                    <a:lnB w="9525">
                      <a:solidFill>
                        <a:srgbClr val="45364F"/>
                      </a:solidFill>
                      <a:prstDash val="solid"/>
                    </a:lnB>
                    <a:solidFill>
                      <a:srgbClr val="35182D"/>
                    </a:solidFill>
                  </a:tcPr>
                </a:tc>
                <a:tc>
                  <a:txBody>
                    <a:bodyPr/>
                    <a:lstStyle/>
                    <a:p>
                      <a:r>
                        <a:rPr sz="1875" b="1">
                          <a:solidFill>
                            <a:srgbClr val="F2B6D3"/>
                          </a:solidFill>
                          <a:latin typeface="Malgun Gothic"/>
                          <a:ea typeface="Malgun Gothic"/>
                          <a:cs typeface="Malgun Gothic"/>
                        </a:rPr>
                        <a:t>현재 구성</a:t>
                      </a:r>
                    </a:p>
                  </a:txBody>
                  <a:tcPr marL="133350" marR="133350" marT="95250" marB="76200">
                    <a:lnR w="9525">
                      <a:solidFill>
                        <a:srgbClr val="45364F"/>
                      </a:solidFill>
                      <a:prstDash val="solid"/>
                    </a:lnR>
                    <a:lnT w="9525">
                      <a:solidFill>
                        <a:srgbClr val="45364F"/>
                      </a:solidFill>
                      <a:prstDash val="solid"/>
                    </a:lnT>
                    <a:lnB w="9525">
                      <a:solidFill>
                        <a:srgbClr val="45364F"/>
                      </a:solidFill>
                      <a:prstDash val="solid"/>
                    </a:lnB>
                    <a:solidFill>
                      <a:srgbClr val="35182D"/>
                    </a:solidFill>
                  </a:tcPr>
                </a:tc>
              </a:tr>
              <a:tr h="542925">
                <a:tc>
                  <a:txBody>
                    <a:bodyPr/>
                    <a:lstStyle/>
                    <a:p>
                      <a:r>
                        <a:rPr sz="1875" b="0">
                          <a:solidFill>
                            <a:srgbClr val="F8F2FA"/>
                          </a:solidFill>
                          <a:latin typeface="Malgun Gothic"/>
                          <a:ea typeface="Malgun Gothic"/>
                          <a:cs typeface="Malgun Gothic"/>
                        </a:rPr>
                        <a:t>엔진·렌더링</a:t>
                      </a:r>
                    </a:p>
                  </a:txBody>
                  <a:tcPr marL="133350" marR="133350" marT="95250" marB="76200">
                    <a:lnL w="9525">
                      <a:solidFill>
                        <a:srgbClr val="45364F"/>
                      </a:solidFill>
                      <a:prstDash val="solid"/>
                    </a:lnL>
                    <a:lnR w="9525">
                      <a:solidFill>
                        <a:srgbClr val="45364F"/>
                      </a:solidFill>
                      <a:prstDash val="solid"/>
                    </a:lnR>
                    <a:lnB w="9525">
                      <a:solidFill>
                        <a:srgbClr val="45364F"/>
                      </a:solidFill>
                      <a:prstDash val="solid"/>
                    </a:lnB>
                    <a:solidFill>
                      <a:srgbClr val="100E16"/>
                    </a:solidFill>
                  </a:tcPr>
                </a:tc>
                <a:tc>
                  <a:txBody>
                    <a:bodyPr/>
                    <a:lstStyle/>
                    <a:p>
                      <a:r>
                        <a:rPr sz="1875" b="0">
                          <a:solidFill>
                            <a:srgbClr val="F8F2FA"/>
                          </a:solidFill>
                          <a:latin typeface="Malgun Gothic"/>
                          <a:ea typeface="Malgun Gothic"/>
                          <a:cs typeface="Malgun Gothic"/>
                        </a:rPr>
                        <a:t>Unity 6000.3.7f1, C#, URP 17.3.0</a:t>
                      </a:r>
                    </a:p>
                  </a:txBody>
                  <a:tcPr marL="133350" marR="133350" marT="95250" marB="76200">
                    <a:lnR w="9525">
                      <a:solidFill>
                        <a:srgbClr val="45364F"/>
                      </a:solidFill>
                      <a:prstDash val="solid"/>
                    </a:lnR>
                    <a:lnB w="9525">
                      <a:solidFill>
                        <a:srgbClr val="45364F"/>
                      </a:solidFill>
                      <a:prstDash val="solid"/>
                    </a:lnB>
                    <a:solidFill>
                      <a:srgbClr val="100E16"/>
                    </a:solidFill>
                  </a:tcPr>
                </a:tc>
              </a:tr>
              <a:tr h="542925">
                <a:tc>
                  <a:txBody>
                    <a:bodyPr/>
                    <a:lstStyle/>
                    <a:p>
                      <a:r>
                        <a:rPr sz="1875" b="0">
                          <a:solidFill>
                            <a:srgbClr val="F8F2FA"/>
                          </a:solidFill>
                          <a:latin typeface="Malgun Gothic"/>
                          <a:ea typeface="Malgun Gothic"/>
                          <a:cs typeface="Malgun Gothic"/>
                        </a:rPr>
                        <a:t>입력·UI·저장</a:t>
                      </a:r>
                    </a:p>
                  </a:txBody>
                  <a:tcPr marL="133350" marR="133350" marT="95250" marB="76200">
                    <a:lnL w="9525">
                      <a:solidFill>
                        <a:srgbClr val="45364F"/>
                      </a:solidFill>
                      <a:prstDash val="solid"/>
                    </a:lnL>
                    <a:lnR w="9525">
                      <a:solidFill>
                        <a:srgbClr val="45364F"/>
                      </a:solidFill>
                      <a:prstDash val="solid"/>
                    </a:lnR>
                    <a:lnB w="9525">
                      <a:solidFill>
                        <a:srgbClr val="45364F"/>
                      </a:solidFill>
                      <a:prstDash val="solid"/>
                    </a:lnB>
                    <a:solidFill>
                      <a:srgbClr val="100E16"/>
                    </a:solidFill>
                  </a:tcPr>
                </a:tc>
                <a:tc>
                  <a:txBody>
                    <a:bodyPr/>
                    <a:lstStyle/>
                    <a:p>
                      <a:r>
                        <a:rPr sz="1875" b="0">
                          <a:solidFill>
                            <a:srgbClr val="F8F2FA"/>
                          </a:solidFill>
                          <a:latin typeface="Malgun Gothic"/>
                          <a:ea typeface="Malgun Gothic"/>
                          <a:cs typeface="Malgun Gothic"/>
                        </a:rPr>
                        <a:t>Input System 1.18.0, uGUI·TMP, PlayerPrefs</a:t>
                      </a:r>
                    </a:p>
                  </a:txBody>
                  <a:tcPr marL="133350" marR="133350" marT="95250" marB="76200">
                    <a:lnR w="9525">
                      <a:solidFill>
                        <a:srgbClr val="45364F"/>
                      </a:solidFill>
                      <a:prstDash val="solid"/>
                    </a:lnR>
                    <a:lnB w="9525">
                      <a:solidFill>
                        <a:srgbClr val="45364F"/>
                      </a:solidFill>
                      <a:prstDash val="solid"/>
                    </a:lnB>
                    <a:solidFill>
                      <a:srgbClr val="100E16"/>
                    </a:solidFill>
                  </a:tcPr>
                </a:tc>
              </a:tr>
              <a:tr h="542925">
                <a:tc>
                  <a:txBody>
                    <a:bodyPr/>
                    <a:lstStyle/>
                    <a:p>
                      <a:r>
                        <a:rPr sz="1875" b="0">
                          <a:solidFill>
                            <a:srgbClr val="F8F2FA"/>
                          </a:solidFill>
                          <a:latin typeface="Malgun Gothic"/>
                          <a:ea typeface="Malgun Gothic"/>
                          <a:cs typeface="Malgun Gothic"/>
                        </a:rPr>
                        <a:t>개발·검증</a:t>
                      </a:r>
                    </a:p>
                  </a:txBody>
                  <a:tcPr marL="133350" marR="133350" marT="95250" marB="76200">
                    <a:lnL w="9525">
                      <a:solidFill>
                        <a:srgbClr val="45364F"/>
                      </a:solidFill>
                      <a:prstDash val="solid"/>
                    </a:lnL>
                    <a:lnR w="9525">
                      <a:solidFill>
                        <a:srgbClr val="45364F"/>
                      </a:solidFill>
                      <a:prstDash val="solid"/>
                    </a:lnR>
                    <a:lnB w="9525">
                      <a:solidFill>
                        <a:srgbClr val="45364F"/>
                      </a:solidFill>
                      <a:prstDash val="solid"/>
                    </a:lnB>
                    <a:solidFill>
                      <a:srgbClr val="100E16"/>
                    </a:solidFill>
                  </a:tcPr>
                </a:tc>
                <a:tc>
                  <a:txBody>
                    <a:bodyPr/>
                    <a:lstStyle/>
                    <a:p>
                      <a:r>
                        <a:rPr sz="1875" b="0">
                          <a:solidFill>
                            <a:srgbClr val="F8F2FA"/>
                          </a:solidFill>
                          <a:latin typeface="Malgun Gothic"/>
                          <a:ea typeface="Malgun Gothic"/>
                          <a:cs typeface="Malgun Gothic"/>
                        </a:rPr>
                        <a:t>Unity MCP, Tripo Bridge, DOTween, Unity Test Framework</a:t>
                      </a:r>
                    </a:p>
                  </a:txBody>
                  <a:tcPr marL="133350" marR="133350" marT="95250" marB="76200">
                    <a:lnR w="9525">
                      <a:solidFill>
                        <a:srgbClr val="45364F"/>
                      </a:solidFill>
                      <a:prstDash val="solid"/>
                    </a:lnR>
                    <a:lnB w="9525">
                      <a:solidFill>
                        <a:srgbClr val="45364F"/>
                      </a:solidFill>
                      <a:prstDash val="solid"/>
                    </a:lnB>
                    <a:solidFill>
                      <a:srgbClr val="100E16"/>
                    </a:solidFill>
                  </a:tcPr>
                </a:tc>
              </a:tr>
              <a:tr h="542925">
                <a:tc>
                  <a:txBody>
                    <a:bodyPr/>
                    <a:lstStyle/>
                    <a:p>
                      <a:r>
                        <a:rPr sz="1875" b="0">
                          <a:solidFill>
                            <a:srgbClr val="F8F2FA"/>
                          </a:solidFill>
                          <a:latin typeface="Malgun Gothic"/>
                          <a:ea typeface="Malgun Gothic"/>
                          <a:cs typeface="Malgun Gothic"/>
                        </a:rPr>
                        <a:t>저장소</a:t>
                      </a:r>
                    </a:p>
                  </a:txBody>
                  <a:tcPr marL="133350" marR="133350" marT="95250" marB="76200">
                    <a:lnL w="9525">
                      <a:solidFill>
                        <a:srgbClr val="45364F"/>
                      </a:solidFill>
                      <a:prstDash val="solid"/>
                    </a:lnL>
                    <a:lnR w="9525">
                      <a:solidFill>
                        <a:srgbClr val="45364F"/>
                      </a:solidFill>
                      <a:prstDash val="solid"/>
                    </a:lnR>
                    <a:lnB w="9525">
                      <a:solidFill>
                        <a:srgbClr val="45364F"/>
                      </a:solidFill>
                      <a:prstDash val="solid"/>
                    </a:lnB>
                    <a:solidFill>
                      <a:srgbClr val="100E16"/>
                    </a:solidFill>
                  </a:tcPr>
                </a:tc>
                <a:tc>
                  <a:txBody>
                    <a:bodyPr/>
                    <a:lstStyle/>
                    <a:p>
                      <a:r>
                        <a:rPr sz="1875" b="0">
                          <a:solidFill>
                            <a:srgbClr val="F8F2FA"/>
                          </a:solidFill>
                          <a:latin typeface="Malgun Gothic"/>
                          <a:ea typeface="Malgun Gothic"/>
                          <a:cs typeface="Malgun Gothic"/>
                        </a:rPr>
                        <a:t>github.com/yusun1115/Deadline-4Sec  (현재 main)</a:t>
                      </a:r>
                    </a:p>
                  </a:txBody>
                  <a:tcPr marL="133350" marR="133350" marT="95250" marB="76200">
                    <a:lnR w="9525">
                      <a:solidFill>
                        <a:srgbClr val="45364F"/>
                      </a:solidFill>
                      <a:prstDash val="solid"/>
                    </a:lnR>
                    <a:lnB w="9525">
                      <a:solidFill>
                        <a:srgbClr val="45364F"/>
                      </a:solidFill>
                      <a:prstDash val="solid"/>
                    </a:lnB>
                    <a:solidFill>
                      <a:srgbClr val="100E16"/>
                    </a:solidFill>
                  </a:tcPr>
                </a:tc>
              </a:tr>
            </a:tbl>
          </a:graphicData>
        </a:graphic>
      </p:graphicFrame>
      <p:sp>
        <p:nvSpPr>
          <p:cNvPr id="5" name="기말까지 적용할 규칙">
            <a:extLst xmlns:a="http://schemas.openxmlformats.org/drawingml/2006/main">
              <a:ext uri="{FF2B5EF4-FFF2-40B4-BE49-F238E27FC236}">
                <a16:creationId xmlns:a16="http://schemas.microsoft.com/office/drawing/2014/main" id="{5FC2BB50-25D1-45DF-A5B8-E126D62AB472}"/>
              </a:ext>
            </a:extLst>
          </p:cNvPr>
          <p:cNvSpPr>
            <a:spLocks xmlns:a="http://schemas.openxmlformats.org/drawingml/2006/main" noGrp="1"/>
          </p:cNvSpPr>
          <p:nvPr/>
        </p:nvSpPr>
        <p:spPr>
          <a:xfrm xmlns:a="http://schemas.openxmlformats.org/drawingml/2006/main">
            <a:off x="609600" y="4524375"/>
            <a:ext cx="5905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FF4B9B"/>
                </a:solidFill>
                <a:latin typeface="Malgun Gothic"/>
                <a:ea typeface="Malgun Gothic"/>
                <a:cs typeface="Malgun Gothic"/>
              </a:defRPr>
            </a:defPPr>
            <a:lvl1pPr algn="l">
              <a:defRPr sz="2100" b="1">
                <a:solidFill>
                  <a:srgbClr val="FF4B9B"/>
                </a:solidFill>
                <a:latin typeface="Malgun Gothic"/>
                <a:ea typeface="Malgun Gothic"/>
                <a:cs typeface="Malgun Gothic"/>
              </a:defRPr>
            </a:lvl1pPr>
            <a:lvl2pPr algn="l">
              <a:defRPr sz="2100" b="1">
                <a:solidFill>
                  <a:srgbClr val="FF4B9B"/>
                </a:solidFill>
                <a:latin typeface="Malgun Gothic"/>
                <a:ea typeface="Malgun Gothic"/>
                <a:cs typeface="Malgun Gothic"/>
              </a:defRPr>
            </a:lvl2pPr>
            <a:lvl3pPr algn="l">
              <a:defRPr sz="2100" b="1">
                <a:solidFill>
                  <a:srgbClr val="FF4B9B"/>
                </a:solidFill>
                <a:latin typeface="Malgun Gothic"/>
                <a:ea typeface="Malgun Gothic"/>
                <a:cs typeface="Malgun Gothic"/>
              </a:defRPr>
            </a:lvl3pPr>
            <a:lvl4pPr algn="l">
              <a:defRPr sz="2100" b="1">
                <a:solidFill>
                  <a:srgbClr val="FF4B9B"/>
                </a:solidFill>
                <a:latin typeface="Malgun Gothic"/>
                <a:ea typeface="Malgun Gothic"/>
                <a:cs typeface="Malgun Gothic"/>
              </a:defRPr>
            </a:lvl4pPr>
            <a:lvl5pPr algn="l">
              <a:defRPr sz="2100" b="1">
                <a:solidFill>
                  <a:srgbClr val="FF4B9B"/>
                </a:solidFill>
                <a:latin typeface="Malgun Gothic"/>
                <a:ea typeface="Malgun Gothic"/>
                <a:cs typeface="Malgun Gothic"/>
              </a:defRPr>
            </a:lvl5pPr>
            <a:lvl6pPr algn="l">
              <a:defRPr sz="2100" b="1">
                <a:solidFill>
                  <a:srgbClr val="FF4B9B"/>
                </a:solidFill>
                <a:latin typeface="Malgun Gothic"/>
                <a:ea typeface="Malgun Gothic"/>
                <a:cs typeface="Malgun Gothic"/>
              </a:defRPr>
            </a:lvl6pPr>
            <a:lvl7pPr algn="l">
              <a:defRPr sz="2100" b="1">
                <a:solidFill>
                  <a:srgbClr val="FF4B9B"/>
                </a:solidFill>
                <a:latin typeface="Malgun Gothic"/>
                <a:ea typeface="Malgun Gothic"/>
                <a:cs typeface="Malgun Gothic"/>
              </a:defRPr>
            </a:lvl7pPr>
            <a:lvl8pPr algn="l">
              <a:defRPr sz="2100" b="1">
                <a:solidFill>
                  <a:srgbClr val="FF4B9B"/>
                </a:solidFill>
                <a:latin typeface="Malgun Gothic"/>
                <a:ea typeface="Malgun Gothic"/>
                <a:cs typeface="Malgun Gothic"/>
              </a:defRPr>
            </a:lvl8pPr>
            <a:lvl9pPr algn="l">
              <a:defRPr sz="2100" b="1">
                <a:solidFill>
                  <a:srgbClr val="FF4B9B"/>
                </a:solidFill>
                <a:latin typeface="Malgun Gothic"/>
                <a:ea typeface="Malgun Gothic"/>
                <a:cs typeface="Malgun Gothic"/>
              </a:defRPr>
            </a:lvl9pPr>
          </a:lstStyle>
          <a:p xmlns:a="http://schemas.openxmlformats.org/drawingml/2006/main">
            <a:pPr algn="l">
              <a:defRPr sz="2100" b="1">
                <a:solidFill>
                  <a:srgbClr val="FF4B9B"/>
                </a:solidFill>
                <a:latin typeface="Malgun Gothic"/>
                <a:ea typeface="Malgun Gothic"/>
                <a:cs typeface="Malgun Gothic"/>
              </a:defRPr>
            </a:pPr>
            <a:r>
              <a:rPr sz="2100" b="1">
                <a:solidFill>
                  <a:srgbClr val="FF4B9B"/>
                </a:solidFill>
                <a:latin typeface="Malgun Gothic"/>
                <a:ea typeface="Malgun Gothic"/>
                <a:cs typeface="Malgun Gothic"/>
              </a:rPr>
              <a:t>기말까지 적용할 규칙</a:t>
            </a:r>
          </a:p>
        </p:txBody>
      </p:sp>
      <p:sp>
        <p:nvSpPr>
          <p:cNvPr id="6" name="main은 실행 기준선, 작업은 codex/&lt;작업명">
            <a:extLst xmlns:a="http://schemas.openxmlformats.org/drawingml/2006/main">
              <a:ext uri="{FF2B5EF4-FFF2-40B4-BE49-F238E27FC236}">
                <a16:creationId xmlns:a16="http://schemas.microsoft.com/office/drawing/2014/main" id="{DF96D54D-FBCF-414E-B119-24D7903E6A15}"/>
              </a:ext>
            </a:extLst>
          </p:cNvPr>
          <p:cNvSpPr>
            <a:spLocks xmlns:a="http://schemas.openxmlformats.org/drawingml/2006/main" noGrp="1"/>
          </p:cNvSpPr>
          <p:nvPr/>
        </p:nvSpPr>
        <p:spPr>
          <a:xfrm xmlns:a="http://schemas.openxmlformats.org/drawingml/2006/main">
            <a:off x="609600" y="5010150"/>
            <a:ext cx="109061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F8F2FA"/>
                </a:solidFill>
                <a:latin typeface="Malgun Gothic"/>
                <a:ea typeface="Malgun Gothic"/>
                <a:cs typeface="Malgun Gothic"/>
              </a:defRPr>
            </a:defPPr>
            <a:lvl1pPr algn="l">
              <a:defRPr sz="1950" b="0">
                <a:solidFill>
                  <a:srgbClr val="F8F2FA"/>
                </a:solidFill>
                <a:latin typeface="Malgun Gothic"/>
                <a:ea typeface="Malgun Gothic"/>
                <a:cs typeface="Malgun Gothic"/>
              </a:defRPr>
            </a:lvl1pPr>
            <a:lvl2pPr algn="l">
              <a:defRPr sz="1950" b="0">
                <a:solidFill>
                  <a:srgbClr val="F8F2FA"/>
                </a:solidFill>
                <a:latin typeface="Malgun Gothic"/>
                <a:ea typeface="Malgun Gothic"/>
                <a:cs typeface="Malgun Gothic"/>
              </a:defRPr>
            </a:lvl2pPr>
            <a:lvl3pPr algn="l">
              <a:defRPr sz="1950" b="0">
                <a:solidFill>
                  <a:srgbClr val="F8F2FA"/>
                </a:solidFill>
                <a:latin typeface="Malgun Gothic"/>
                <a:ea typeface="Malgun Gothic"/>
                <a:cs typeface="Malgun Gothic"/>
              </a:defRPr>
            </a:lvl3pPr>
            <a:lvl4pPr algn="l">
              <a:defRPr sz="1950" b="0">
                <a:solidFill>
                  <a:srgbClr val="F8F2FA"/>
                </a:solidFill>
                <a:latin typeface="Malgun Gothic"/>
                <a:ea typeface="Malgun Gothic"/>
                <a:cs typeface="Malgun Gothic"/>
              </a:defRPr>
            </a:lvl4pPr>
            <a:lvl5pPr algn="l">
              <a:defRPr sz="1950" b="0">
                <a:solidFill>
                  <a:srgbClr val="F8F2FA"/>
                </a:solidFill>
                <a:latin typeface="Malgun Gothic"/>
                <a:ea typeface="Malgun Gothic"/>
                <a:cs typeface="Malgun Gothic"/>
              </a:defRPr>
            </a:lvl5pPr>
            <a:lvl6pPr algn="l">
              <a:defRPr sz="1950" b="0">
                <a:solidFill>
                  <a:srgbClr val="F8F2FA"/>
                </a:solidFill>
                <a:latin typeface="Malgun Gothic"/>
                <a:ea typeface="Malgun Gothic"/>
                <a:cs typeface="Malgun Gothic"/>
              </a:defRPr>
            </a:lvl6pPr>
            <a:lvl7pPr algn="l">
              <a:defRPr sz="1950" b="0">
                <a:solidFill>
                  <a:srgbClr val="F8F2FA"/>
                </a:solidFill>
                <a:latin typeface="Malgun Gothic"/>
                <a:ea typeface="Malgun Gothic"/>
                <a:cs typeface="Malgun Gothic"/>
              </a:defRPr>
            </a:lvl7pPr>
            <a:lvl8pPr algn="l">
              <a:defRPr sz="1950" b="0">
                <a:solidFill>
                  <a:srgbClr val="F8F2FA"/>
                </a:solidFill>
                <a:latin typeface="Malgun Gothic"/>
                <a:ea typeface="Malgun Gothic"/>
                <a:cs typeface="Malgun Gothic"/>
              </a:defRPr>
            </a:lvl8pPr>
            <a:lvl9pPr algn="l">
              <a:defRPr sz="1950" b="0">
                <a:solidFill>
                  <a:srgbClr val="F8F2FA"/>
                </a:solidFill>
                <a:latin typeface="Malgun Gothic"/>
                <a:ea typeface="Malgun Gothic"/>
                <a:cs typeface="Malgun Gothic"/>
              </a:defRPr>
            </a:lvl9pPr>
          </a:lstStyle>
          <a:p xmlns:a="http://schemas.openxmlformats.org/drawingml/2006/main">
            <a:pPr algn="l">
              <a:defRPr sz="1950" b="0">
                <a:solidFill>
                  <a:srgbClr val="F8F2FA"/>
                </a:solidFill>
                <a:latin typeface="Malgun Gothic"/>
                <a:ea typeface="Malgun Gothic"/>
                <a:cs typeface="Malgun Gothic"/>
              </a:defRPr>
            </a:pPr>
            <a:r>
              <a:rPr sz="1950" b="0">
                <a:solidFill>
                  <a:srgbClr val="F8F2FA"/>
                </a:solidFill>
                <a:latin typeface="Malgun Gothic"/>
                <a:ea typeface="Malgun Gothic"/>
                <a:cs typeface="Malgun Gothic"/>
              </a:rPr>
              <a:t>main은 실행 기준선, 작업은 codex/&lt;작업명&gt; 브랜치</a:t>
            </a:r>
          </a:p>
          <a:p xmlns:a="http://schemas.openxmlformats.org/drawingml/2006/main">
            <a:pPr algn="l">
              <a:defRPr sz="1950" b="0">
                <a:solidFill>
                  <a:srgbClr val="F8F2FA"/>
                </a:solidFill>
                <a:latin typeface="Malgun Gothic"/>
                <a:ea typeface="Malgun Gothic"/>
                <a:cs typeface="Malgun Gothic"/>
              </a:defRPr>
            </a:pPr>
            <a:r>
              <a:rPr sz="1950" b="0">
                <a:solidFill>
                  <a:srgbClr val="F8F2FA"/>
                </a:solidFill>
                <a:latin typeface="Malgun Gothic"/>
                <a:ea typeface="Malgun Gothic"/>
                <a:cs typeface="Malgun Gothic"/>
              </a:rPr>
              <a:t>커밋·Issue·1인 PR에 변경 이유와 검증 근거 기록</a:t>
            </a:r>
          </a:p>
        </p:txBody>
      </p:sp>
      <p:sp>
        <p:nvSpPr>
          <p:cNvPr id="7" name="기획은 docs/design/에 보관한다. 외부 에">
            <a:extLst xmlns:a="http://schemas.openxmlformats.org/drawingml/2006/main">
              <a:ext uri="{FF2B5EF4-FFF2-40B4-BE49-F238E27FC236}">
                <a16:creationId xmlns:a16="http://schemas.microsoft.com/office/drawing/2014/main" id="{022C6A24-0B37-4BDA-A4F4-C448F01ECACE}"/>
              </a:ext>
            </a:extLst>
          </p:cNvPr>
          <p:cNvSpPr>
            <a:spLocks xmlns:a="http://schemas.openxmlformats.org/drawingml/2006/main" noGrp="1"/>
          </p:cNvSpPr>
          <p:nvPr/>
        </p:nvSpPr>
        <p:spPr>
          <a:xfrm xmlns:a="http://schemas.openxmlformats.org/drawingml/2006/main">
            <a:off x="609600" y="5981700"/>
            <a:ext cx="10906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BBAEC6"/>
                </a:solidFill>
                <a:latin typeface="Malgun Gothic"/>
                <a:ea typeface="Malgun Gothic"/>
                <a:cs typeface="Malgun Gothic"/>
              </a:defRPr>
            </a:defPPr>
            <a:lvl1pPr algn="l">
              <a:defRPr sz="1650" b="0">
                <a:solidFill>
                  <a:srgbClr val="BBAEC6"/>
                </a:solidFill>
                <a:latin typeface="Malgun Gothic"/>
                <a:ea typeface="Malgun Gothic"/>
                <a:cs typeface="Malgun Gothic"/>
              </a:defRPr>
            </a:lvl1pPr>
            <a:lvl2pPr algn="l">
              <a:defRPr sz="1650" b="0">
                <a:solidFill>
                  <a:srgbClr val="BBAEC6"/>
                </a:solidFill>
                <a:latin typeface="Malgun Gothic"/>
                <a:ea typeface="Malgun Gothic"/>
                <a:cs typeface="Malgun Gothic"/>
              </a:defRPr>
            </a:lvl2pPr>
            <a:lvl3pPr algn="l">
              <a:defRPr sz="1650" b="0">
                <a:solidFill>
                  <a:srgbClr val="BBAEC6"/>
                </a:solidFill>
                <a:latin typeface="Malgun Gothic"/>
                <a:ea typeface="Malgun Gothic"/>
                <a:cs typeface="Malgun Gothic"/>
              </a:defRPr>
            </a:lvl3pPr>
            <a:lvl4pPr algn="l">
              <a:defRPr sz="1650" b="0">
                <a:solidFill>
                  <a:srgbClr val="BBAEC6"/>
                </a:solidFill>
                <a:latin typeface="Malgun Gothic"/>
                <a:ea typeface="Malgun Gothic"/>
                <a:cs typeface="Malgun Gothic"/>
              </a:defRPr>
            </a:lvl4pPr>
            <a:lvl5pPr algn="l">
              <a:defRPr sz="1650" b="0">
                <a:solidFill>
                  <a:srgbClr val="BBAEC6"/>
                </a:solidFill>
                <a:latin typeface="Malgun Gothic"/>
                <a:ea typeface="Malgun Gothic"/>
                <a:cs typeface="Malgun Gothic"/>
              </a:defRPr>
            </a:lvl5pPr>
            <a:lvl6pPr algn="l">
              <a:defRPr sz="1650" b="0">
                <a:solidFill>
                  <a:srgbClr val="BBAEC6"/>
                </a:solidFill>
                <a:latin typeface="Malgun Gothic"/>
                <a:ea typeface="Malgun Gothic"/>
                <a:cs typeface="Malgun Gothic"/>
              </a:defRPr>
            </a:lvl6pPr>
            <a:lvl7pPr algn="l">
              <a:defRPr sz="1650" b="0">
                <a:solidFill>
                  <a:srgbClr val="BBAEC6"/>
                </a:solidFill>
                <a:latin typeface="Malgun Gothic"/>
                <a:ea typeface="Malgun Gothic"/>
                <a:cs typeface="Malgun Gothic"/>
              </a:defRPr>
            </a:lvl7pPr>
            <a:lvl8pPr algn="l">
              <a:defRPr sz="1650" b="0">
                <a:solidFill>
                  <a:srgbClr val="BBAEC6"/>
                </a:solidFill>
                <a:latin typeface="Malgun Gothic"/>
                <a:ea typeface="Malgun Gothic"/>
                <a:cs typeface="Malgun Gothic"/>
              </a:defRPr>
            </a:lvl8pPr>
            <a:lvl9pPr algn="l">
              <a:defRPr sz="1650" b="0">
                <a:solidFill>
                  <a:srgbClr val="BBAEC6"/>
                </a:solidFill>
                <a:latin typeface="Malgun Gothic"/>
                <a:ea typeface="Malgun Gothic"/>
                <a:cs typeface="Malgun Gothic"/>
              </a:defRPr>
            </a:lvl9pPr>
          </a:lstStyle>
          <a:p xmlns:a="http://schemas.openxmlformats.org/drawingml/2006/main">
            <a:pPr algn="l">
              <a:defRPr sz="1650" b="0">
                <a:solidFill>
                  <a:srgbClr val="BBAEC6"/>
                </a:solidFill>
                <a:latin typeface="Malgun Gothic"/>
                <a:ea typeface="Malgun Gothic"/>
                <a:cs typeface="Malgun Gothic"/>
              </a:defRPr>
            </a:pPr>
            <a:r>
              <a:rPr sz="1650" b="0">
                <a:solidFill>
                  <a:srgbClr val="BBAEC6"/>
                </a:solidFill>
                <a:latin typeface="Malgun Gothic"/>
                <a:ea typeface="Malgun Gothic"/>
                <a:cs typeface="Malgun Gothic"/>
              </a:rPr>
              <a:t>기획은 docs/design/에 보관한다. 외부 에셋은 출처·약관·생성 이력을 등록한다.</a:t>
            </a:r>
          </a:p>
        </p:txBody>
      </p:sp>
    </p:spTree>
    <p:extLst>
      <p:ext uri="{BB962C8B-B14F-4D97-AF65-F5344CB8AC3E}">
        <p14:creationId xmlns:p14="http://schemas.microsoft.com/office/powerpoint/2010/main" val="1653689982"/>
      </p:ext>
    </p:extLst>
  </p:cSld>
</p:sld>
</file>

<file path=ppt/slides/slide11.xml><?xml version="1.0" encoding="utf-8"?>
<p:sld xmlns:p="http://schemas.openxmlformats.org/presentationml/2006/main">
  <p:cSld>
    <p:bg>
      <p:bgPr>
        <a:solidFill xmlns:a="http://schemas.openxmlformats.org/drawingml/2006/main">
          <a:srgbClr val="100E16"/>
        </a:solidFill>
      </p:bgPr>
    </p:bg>
    <p:spTree>
      <p:nvGrpSpPr>
        <p:cNvPr id="1" name=""/>
        <p:cNvGrpSpPr/>
        <p:nvPr/>
      </p:nvGrpSpPr>
      <p:grpSpPr>
        <a:xfrm xmlns:a="http://schemas.openxmlformats.org/drawingml/2006/main"/>
      </p:grpSpPr>
      <p:sp>
        <p:nvSpPr>
          <p:cNvPr id="2" name="8~15주차 마일스톤">
            <a:extLst xmlns:a="http://schemas.openxmlformats.org/drawingml/2006/main">
              <a:ext uri="{FF2B5EF4-FFF2-40B4-BE49-F238E27FC236}">
                <a16:creationId xmlns:a16="http://schemas.microsoft.com/office/drawing/2014/main" id="{09CDB9C2-17DE-41EF-A6AF-7A3D46EE1F5C}"/>
              </a:ext>
            </a:extLst>
          </p:cNvPr>
          <p:cNvSpPr>
            <a:spLocks xmlns:a="http://schemas.openxmlformats.org/drawingml/2006/main" noGrp="1"/>
          </p:cNvSpPr>
          <p:nvPr/>
        </p:nvSpPr>
        <p:spPr>
          <a:xfrm xmlns:a="http://schemas.openxmlformats.org/drawingml/2006/main">
            <a:off x="609600" y="428625"/>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F8F2FA"/>
                </a:solidFill>
                <a:latin typeface="Malgun Gothic"/>
                <a:ea typeface="Malgun Gothic"/>
                <a:cs typeface="Malgun Gothic"/>
              </a:defRPr>
            </a:defPPr>
            <a:lvl1pPr algn="l">
              <a:defRPr sz="3225" b="1">
                <a:solidFill>
                  <a:srgbClr val="F8F2FA"/>
                </a:solidFill>
                <a:latin typeface="Malgun Gothic"/>
                <a:ea typeface="Malgun Gothic"/>
                <a:cs typeface="Malgun Gothic"/>
              </a:defRPr>
            </a:lvl1pPr>
            <a:lvl2pPr algn="l">
              <a:defRPr sz="3225" b="1">
                <a:solidFill>
                  <a:srgbClr val="F8F2FA"/>
                </a:solidFill>
                <a:latin typeface="Malgun Gothic"/>
                <a:ea typeface="Malgun Gothic"/>
                <a:cs typeface="Malgun Gothic"/>
              </a:defRPr>
            </a:lvl2pPr>
            <a:lvl3pPr algn="l">
              <a:defRPr sz="3225" b="1">
                <a:solidFill>
                  <a:srgbClr val="F8F2FA"/>
                </a:solidFill>
                <a:latin typeface="Malgun Gothic"/>
                <a:ea typeface="Malgun Gothic"/>
                <a:cs typeface="Malgun Gothic"/>
              </a:defRPr>
            </a:lvl3pPr>
            <a:lvl4pPr algn="l">
              <a:defRPr sz="3225" b="1">
                <a:solidFill>
                  <a:srgbClr val="F8F2FA"/>
                </a:solidFill>
                <a:latin typeface="Malgun Gothic"/>
                <a:ea typeface="Malgun Gothic"/>
                <a:cs typeface="Malgun Gothic"/>
              </a:defRPr>
            </a:lvl4pPr>
            <a:lvl5pPr algn="l">
              <a:defRPr sz="3225" b="1">
                <a:solidFill>
                  <a:srgbClr val="F8F2FA"/>
                </a:solidFill>
                <a:latin typeface="Malgun Gothic"/>
                <a:ea typeface="Malgun Gothic"/>
                <a:cs typeface="Malgun Gothic"/>
              </a:defRPr>
            </a:lvl5pPr>
            <a:lvl6pPr algn="l">
              <a:defRPr sz="3225" b="1">
                <a:solidFill>
                  <a:srgbClr val="F8F2FA"/>
                </a:solidFill>
                <a:latin typeface="Malgun Gothic"/>
                <a:ea typeface="Malgun Gothic"/>
                <a:cs typeface="Malgun Gothic"/>
              </a:defRPr>
            </a:lvl6pPr>
            <a:lvl7pPr algn="l">
              <a:defRPr sz="3225" b="1">
                <a:solidFill>
                  <a:srgbClr val="F8F2FA"/>
                </a:solidFill>
                <a:latin typeface="Malgun Gothic"/>
                <a:ea typeface="Malgun Gothic"/>
                <a:cs typeface="Malgun Gothic"/>
              </a:defRPr>
            </a:lvl7pPr>
            <a:lvl8pPr algn="l">
              <a:defRPr sz="3225" b="1">
                <a:solidFill>
                  <a:srgbClr val="F8F2FA"/>
                </a:solidFill>
                <a:latin typeface="Malgun Gothic"/>
                <a:ea typeface="Malgun Gothic"/>
                <a:cs typeface="Malgun Gothic"/>
              </a:defRPr>
            </a:lvl8pPr>
            <a:lvl9pPr algn="l">
              <a:defRPr sz="3225" b="1">
                <a:solidFill>
                  <a:srgbClr val="F8F2FA"/>
                </a:solidFill>
                <a:latin typeface="Malgun Gothic"/>
                <a:ea typeface="Malgun Gothic"/>
                <a:cs typeface="Malgun Gothic"/>
              </a:defRPr>
            </a:lvl9pPr>
          </a:lstStyle>
          <a:p xmlns:a="http://schemas.openxmlformats.org/drawingml/2006/main">
            <a:pPr algn="l">
              <a:defRPr sz="3225" b="1">
                <a:solidFill>
                  <a:srgbClr val="F8F2FA"/>
                </a:solidFill>
                <a:latin typeface="Malgun Gothic"/>
                <a:ea typeface="Malgun Gothic"/>
                <a:cs typeface="Malgun Gothic"/>
              </a:defRPr>
            </a:pPr>
            <a:r>
              <a:rPr sz="3225" b="1">
                <a:solidFill>
                  <a:srgbClr val="F8F2FA"/>
                </a:solidFill>
                <a:latin typeface="Malgun Gothic"/>
                <a:ea typeface="Malgun Gothic"/>
                <a:cs typeface="Malgun Gothic"/>
              </a:rPr>
              <a:t>8~15주차 마일스톤</a:t>
            </a:r>
          </a:p>
        </p:txBody>
      </p:sp>
      <p:sp>
        <p:nvSpPr>
          <p:cNvPr id="3" name="10">
            <a:extLst xmlns:a="http://schemas.openxmlformats.org/drawingml/2006/main">
              <a:ext uri="{FF2B5EF4-FFF2-40B4-BE49-F238E27FC236}">
                <a16:creationId xmlns:a16="http://schemas.microsoft.com/office/drawing/2014/main" id="{6D2783B7-8619-4B61-800D-41F0B73C6969}"/>
              </a:ext>
            </a:extLst>
          </p:cNvPr>
          <p:cNvSpPr>
            <a:spLocks xmlns:a="http://schemas.openxmlformats.org/drawingml/2006/main" noGrp="1"/>
          </p:cNvSpPr>
          <p:nvPr/>
        </p:nvSpPr>
        <p:spPr>
          <a:xfrm xmlns:a="http://schemas.openxmlformats.org/drawingml/2006/main">
            <a:off x="10982325" y="6324600"/>
            <a:ext cx="590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BBAEC6"/>
                </a:solidFill>
                <a:latin typeface="Malgun Gothic"/>
                <a:ea typeface="Malgun Gothic"/>
                <a:cs typeface="Malgun Gothic"/>
              </a:defRPr>
            </a:defPPr>
            <a:lvl1pPr algn="r">
              <a:defRPr sz="1350" b="0">
                <a:solidFill>
                  <a:srgbClr val="BBAEC6"/>
                </a:solidFill>
                <a:latin typeface="Malgun Gothic"/>
                <a:ea typeface="Malgun Gothic"/>
                <a:cs typeface="Malgun Gothic"/>
              </a:defRPr>
            </a:lvl1pPr>
            <a:lvl2pPr algn="r">
              <a:defRPr sz="1350" b="0">
                <a:solidFill>
                  <a:srgbClr val="BBAEC6"/>
                </a:solidFill>
                <a:latin typeface="Malgun Gothic"/>
                <a:ea typeface="Malgun Gothic"/>
                <a:cs typeface="Malgun Gothic"/>
              </a:defRPr>
            </a:lvl2pPr>
            <a:lvl3pPr algn="r">
              <a:defRPr sz="1350" b="0">
                <a:solidFill>
                  <a:srgbClr val="BBAEC6"/>
                </a:solidFill>
                <a:latin typeface="Malgun Gothic"/>
                <a:ea typeface="Malgun Gothic"/>
                <a:cs typeface="Malgun Gothic"/>
              </a:defRPr>
            </a:lvl3pPr>
            <a:lvl4pPr algn="r">
              <a:defRPr sz="1350" b="0">
                <a:solidFill>
                  <a:srgbClr val="BBAEC6"/>
                </a:solidFill>
                <a:latin typeface="Malgun Gothic"/>
                <a:ea typeface="Malgun Gothic"/>
                <a:cs typeface="Malgun Gothic"/>
              </a:defRPr>
            </a:lvl4pPr>
            <a:lvl5pPr algn="r">
              <a:defRPr sz="1350" b="0">
                <a:solidFill>
                  <a:srgbClr val="BBAEC6"/>
                </a:solidFill>
                <a:latin typeface="Malgun Gothic"/>
                <a:ea typeface="Malgun Gothic"/>
                <a:cs typeface="Malgun Gothic"/>
              </a:defRPr>
            </a:lvl5pPr>
            <a:lvl6pPr algn="r">
              <a:defRPr sz="1350" b="0">
                <a:solidFill>
                  <a:srgbClr val="BBAEC6"/>
                </a:solidFill>
                <a:latin typeface="Malgun Gothic"/>
                <a:ea typeface="Malgun Gothic"/>
                <a:cs typeface="Malgun Gothic"/>
              </a:defRPr>
            </a:lvl6pPr>
            <a:lvl7pPr algn="r">
              <a:defRPr sz="1350" b="0">
                <a:solidFill>
                  <a:srgbClr val="BBAEC6"/>
                </a:solidFill>
                <a:latin typeface="Malgun Gothic"/>
                <a:ea typeface="Malgun Gothic"/>
                <a:cs typeface="Malgun Gothic"/>
              </a:defRPr>
            </a:lvl7pPr>
            <a:lvl8pPr algn="r">
              <a:defRPr sz="1350" b="0">
                <a:solidFill>
                  <a:srgbClr val="BBAEC6"/>
                </a:solidFill>
                <a:latin typeface="Malgun Gothic"/>
                <a:ea typeface="Malgun Gothic"/>
                <a:cs typeface="Malgun Gothic"/>
              </a:defRPr>
            </a:lvl8pPr>
            <a:lvl9pPr algn="r">
              <a:defRPr sz="1350" b="0">
                <a:solidFill>
                  <a:srgbClr val="BBAEC6"/>
                </a:solidFill>
                <a:latin typeface="Malgun Gothic"/>
                <a:ea typeface="Malgun Gothic"/>
                <a:cs typeface="Malgun Gothic"/>
              </a:defRPr>
            </a:lvl9pPr>
          </a:lstStyle>
          <a:p xmlns:a="http://schemas.openxmlformats.org/drawingml/2006/main">
            <a:pPr algn="r">
              <a:defRPr sz="1350" b="0">
                <a:solidFill>
                  <a:srgbClr val="BBAEC6"/>
                </a:solidFill>
                <a:latin typeface="Malgun Gothic"/>
                <a:ea typeface="Malgun Gothic"/>
                <a:cs typeface="Malgun Gothic"/>
              </a:defRPr>
            </a:pPr>
            <a:r>
              <a:rPr sz="1350" b="0">
                <a:solidFill>
                  <a:srgbClr val="BBAEC6"/>
                </a:solidFill>
                <a:latin typeface="Malgun Gothic"/>
                <a:ea typeface="Malgun Gothic"/>
                <a:cs typeface="Malgun Gothic"/>
              </a:rPr>
              <a:t>10</a:t>
            </a:r>
          </a:p>
        </p:txBody>
      </p:sp>
      <p:graphicFrame>
        <p:nvGraphicFramePr>
          <p:cNvPr id="4" name="">
            <a:extLst xmlns:a="http://schemas.openxmlformats.org/drawingml/2006/main">
              <a:ext uri="{FF2B5EF4-FFF2-40B4-BE49-F238E27FC236}">
                <a16:creationId xmlns:a16="http://schemas.microsoft.com/office/drawing/2014/main" id="{3EEFB3FC-A3A0-4569-9FA3-9633CF69E10A}"/>
              </a:ext>
            </a:extLst>
          </p:cNvPr>
          <p:cNvGraphicFramePr/>
          <p:nvPr/>
        </p:nvGraphicFramePr>
        <p:xfrm>
          <a:off xmlns:a="http://schemas.openxmlformats.org/drawingml/2006/main" x="609600" y="1381125"/>
          <a:ext xmlns:a="http://schemas.openxmlformats.org/drawingml/2006/main" cx="10972800" cy="4629150"/>
        </p:xfrm>
        <a:graphic xmlns:a="http://schemas.openxmlformats.org/drawingml/2006/main">
          <a:graphicData uri="http://schemas.openxmlformats.org/drawingml/2006/table">
            <a:tbl>
              <a:tblPr firstRow="0" bandRow="0"/>
              <a:tblGrid>
                <a:gridCol w="1143000"/>
                <a:gridCol w="4191000"/>
                <a:gridCol w="5638800"/>
              </a:tblGrid>
              <a:tr h="514350">
                <a:tc>
                  <a:txBody>
                    <a:bodyPr/>
                    <a:lstStyle/>
                    <a:p>
                      <a:r>
                        <a:rPr sz="1725" b="1">
                          <a:solidFill>
                            <a:srgbClr val="F2B6D3"/>
                          </a:solidFill>
                          <a:latin typeface="Malgun Gothic"/>
                          <a:ea typeface="Malgun Gothic"/>
                          <a:cs typeface="Malgun Gothic"/>
                        </a:rPr>
                        <a:t>주차</a:t>
                      </a:r>
                    </a:p>
                  </a:txBody>
                  <a:tcPr marL="133350" marR="133350" marT="95250" marB="76200">
                    <a:lnL w="9525">
                      <a:solidFill>
                        <a:srgbClr val="45364F"/>
                      </a:solidFill>
                      <a:prstDash val="solid"/>
                    </a:lnL>
                    <a:lnR w="9525">
                      <a:solidFill>
                        <a:srgbClr val="45364F"/>
                      </a:solidFill>
                      <a:prstDash val="solid"/>
                    </a:lnR>
                    <a:lnT w="9525">
                      <a:solidFill>
                        <a:srgbClr val="45364F"/>
                      </a:solidFill>
                      <a:prstDash val="solid"/>
                    </a:lnT>
                    <a:lnB w="9525">
                      <a:solidFill>
                        <a:srgbClr val="45364F"/>
                      </a:solidFill>
                      <a:prstDash val="solid"/>
                    </a:lnB>
                    <a:solidFill>
                      <a:srgbClr val="35182D"/>
                    </a:solidFill>
                  </a:tcPr>
                </a:tc>
                <a:tc>
                  <a:txBody>
                    <a:bodyPr/>
                    <a:lstStyle/>
                    <a:p>
                      <a:r>
                        <a:rPr sz="1725" b="1">
                          <a:solidFill>
                            <a:srgbClr val="F2B6D3"/>
                          </a:solidFill>
                          <a:latin typeface="Malgun Gothic"/>
                          <a:ea typeface="Malgun Gothic"/>
                          <a:cs typeface="Malgun Gothic"/>
                        </a:rPr>
                        <a:t>마일스톤</a:t>
                      </a:r>
                    </a:p>
                  </a:txBody>
                  <a:tcPr marL="133350" marR="133350" marT="95250" marB="76200">
                    <a:lnR w="9525">
                      <a:solidFill>
                        <a:srgbClr val="45364F"/>
                      </a:solidFill>
                      <a:prstDash val="solid"/>
                    </a:lnR>
                    <a:lnT w="9525">
                      <a:solidFill>
                        <a:srgbClr val="45364F"/>
                      </a:solidFill>
                      <a:prstDash val="solid"/>
                    </a:lnT>
                    <a:lnB w="9525">
                      <a:solidFill>
                        <a:srgbClr val="45364F"/>
                      </a:solidFill>
                      <a:prstDash val="solid"/>
                    </a:lnB>
                    <a:solidFill>
                      <a:srgbClr val="35182D"/>
                    </a:solidFill>
                  </a:tcPr>
                </a:tc>
                <a:tc>
                  <a:txBody>
                    <a:bodyPr/>
                    <a:lstStyle/>
                    <a:p>
                      <a:r>
                        <a:rPr sz="1725" b="1">
                          <a:solidFill>
                            <a:srgbClr val="F2B6D3"/>
                          </a:solidFill>
                          <a:latin typeface="Malgun Gothic"/>
                          <a:ea typeface="Malgun Gothic"/>
                          <a:cs typeface="Malgun Gothic"/>
                        </a:rPr>
                        <a:t>완료 기준</a:t>
                      </a:r>
                    </a:p>
                  </a:txBody>
                  <a:tcPr marL="133350" marR="133350" marT="95250" marB="76200">
                    <a:lnR w="9525">
                      <a:solidFill>
                        <a:srgbClr val="45364F"/>
                      </a:solidFill>
                      <a:prstDash val="solid"/>
                    </a:lnR>
                    <a:lnT w="9525">
                      <a:solidFill>
                        <a:srgbClr val="45364F"/>
                      </a:solidFill>
                      <a:prstDash val="solid"/>
                    </a:lnT>
                    <a:lnB w="9525">
                      <a:solidFill>
                        <a:srgbClr val="45364F"/>
                      </a:solidFill>
                      <a:prstDash val="solid"/>
                    </a:lnB>
                    <a:solidFill>
                      <a:srgbClr val="35182D"/>
                    </a:solidFill>
                  </a:tcPr>
                </a:tc>
              </a:tr>
              <a:tr h="514350">
                <a:tc>
                  <a:txBody>
                    <a:bodyPr/>
                    <a:lstStyle/>
                    <a:p>
                      <a:r>
                        <a:rPr sz="1725" b="0">
                          <a:solidFill>
                            <a:srgbClr val="F8F2FA"/>
                          </a:solidFill>
                          <a:latin typeface="Malgun Gothic"/>
                          <a:ea typeface="Malgun Gothic"/>
                          <a:cs typeface="Malgun Gothic"/>
                        </a:rPr>
                        <a:t>8주차</a:t>
                      </a:r>
                    </a:p>
                  </a:txBody>
                  <a:tcPr marL="133350" marR="133350" marT="95250" marB="76200">
                    <a:lnL w="9525">
                      <a:solidFill>
                        <a:srgbClr val="45364F"/>
                      </a:solidFill>
                      <a:prstDash val="solid"/>
                    </a:lnL>
                    <a:lnR w="9525">
                      <a:solidFill>
                        <a:srgbClr val="45364F"/>
                      </a:solidFill>
                      <a:prstDash val="solid"/>
                    </a:lnR>
                    <a:lnB w="9525">
                      <a:solidFill>
                        <a:srgbClr val="45364F"/>
                      </a:solidFill>
                      <a:prstDash val="solid"/>
                    </a:lnB>
                    <a:solidFill>
                      <a:srgbClr val="100E16"/>
                    </a:solidFill>
                  </a:tcPr>
                </a:tc>
                <a:tc>
                  <a:txBody>
                    <a:bodyPr/>
                    <a:lstStyle/>
                    <a:p>
                      <a:r>
                        <a:rPr sz="1725" b="0">
                          <a:solidFill>
                            <a:srgbClr val="F8F2FA"/>
                          </a:solidFill>
                          <a:latin typeface="Malgun Gothic"/>
                          <a:ea typeface="Malgun Gothic"/>
                          <a:cs typeface="Malgun Gothic"/>
                        </a:rPr>
                        <a:t>중간 기획 기준선</a:t>
                      </a:r>
                    </a:p>
                  </a:txBody>
                  <a:tcPr marL="133350" marR="133350" marT="95250" marB="76200">
                    <a:lnR w="9525">
                      <a:solidFill>
                        <a:srgbClr val="45364F"/>
                      </a:solidFill>
                      <a:prstDash val="solid"/>
                    </a:lnR>
                    <a:lnB w="9525">
                      <a:solidFill>
                        <a:srgbClr val="45364F"/>
                      </a:solidFill>
                      <a:prstDash val="solid"/>
                    </a:lnB>
                    <a:solidFill>
                      <a:srgbClr val="100E16"/>
                    </a:solidFill>
                  </a:tcPr>
                </a:tc>
                <a:tc>
                  <a:txBody>
                    <a:bodyPr/>
                    <a:lstStyle/>
                    <a:p>
                      <a:r>
                        <a:rPr sz="1725" b="0">
                          <a:solidFill>
                            <a:srgbClr val="F8F2FA"/>
                          </a:solidFill>
                          <a:latin typeface="Malgun Gothic"/>
                          <a:ea typeface="Malgun Gothic"/>
                          <a:cs typeface="Malgun Gothic"/>
                        </a:rPr>
                        <a:t>MD·PPT·PDF와 출처·증빙 준비</a:t>
                      </a:r>
                    </a:p>
                  </a:txBody>
                  <a:tcPr marL="133350" marR="133350" marT="95250" marB="76200">
                    <a:lnR w="9525">
                      <a:solidFill>
                        <a:srgbClr val="45364F"/>
                      </a:solidFill>
                      <a:prstDash val="solid"/>
                    </a:lnR>
                    <a:lnB w="9525">
                      <a:solidFill>
                        <a:srgbClr val="45364F"/>
                      </a:solidFill>
                      <a:prstDash val="solid"/>
                    </a:lnB>
                    <a:solidFill>
                      <a:srgbClr val="100E16"/>
                    </a:solidFill>
                  </a:tcPr>
                </a:tc>
              </a:tr>
              <a:tr h="514350">
                <a:tc>
                  <a:txBody>
                    <a:bodyPr/>
                    <a:lstStyle/>
                    <a:p>
                      <a:r>
                        <a:rPr sz="1725" b="0">
                          <a:solidFill>
                            <a:srgbClr val="F8F2FA"/>
                          </a:solidFill>
                          <a:latin typeface="Malgun Gothic"/>
                          <a:ea typeface="Malgun Gothic"/>
                          <a:cs typeface="Malgun Gothic"/>
                        </a:rPr>
                        <a:t>9주차</a:t>
                      </a:r>
                    </a:p>
                  </a:txBody>
                  <a:tcPr marL="133350" marR="133350" marT="95250" marB="76200">
                    <a:lnL w="9525">
                      <a:solidFill>
                        <a:srgbClr val="45364F"/>
                      </a:solidFill>
                      <a:prstDash val="solid"/>
                    </a:lnL>
                    <a:lnR w="9525">
                      <a:solidFill>
                        <a:srgbClr val="45364F"/>
                      </a:solidFill>
                      <a:prstDash val="solid"/>
                    </a:lnR>
                    <a:lnB w="9525">
                      <a:solidFill>
                        <a:srgbClr val="45364F"/>
                      </a:solidFill>
                      <a:prstDash val="solid"/>
                    </a:lnB>
                    <a:solidFill>
                      <a:srgbClr val="100E16"/>
                    </a:solidFill>
                  </a:tcPr>
                </a:tc>
                <a:tc>
                  <a:txBody>
                    <a:bodyPr/>
                    <a:lstStyle/>
                    <a:p>
                      <a:r>
                        <a:rPr sz="1725" b="0">
                          <a:solidFill>
                            <a:srgbClr val="F8F2FA"/>
                          </a:solidFill>
                          <a:latin typeface="Malgun Gothic"/>
                          <a:ea typeface="Malgun Gothic"/>
                          <a:cs typeface="Malgun Gothic"/>
                        </a:rPr>
                        <a:t>10분 발표와 피드백 반영</a:t>
                      </a:r>
                    </a:p>
                  </a:txBody>
                  <a:tcPr marL="133350" marR="133350" marT="95250" marB="76200">
                    <a:lnR w="9525">
                      <a:solidFill>
                        <a:srgbClr val="45364F"/>
                      </a:solidFill>
                      <a:prstDash val="solid"/>
                    </a:lnR>
                    <a:lnB w="9525">
                      <a:solidFill>
                        <a:srgbClr val="45364F"/>
                      </a:solidFill>
                      <a:prstDash val="solid"/>
                    </a:lnB>
                    <a:solidFill>
                      <a:srgbClr val="100E16"/>
                    </a:solidFill>
                  </a:tcPr>
                </a:tc>
                <a:tc>
                  <a:txBody>
                    <a:bodyPr/>
                    <a:lstStyle/>
                    <a:p>
                      <a:r>
                        <a:rPr sz="1725" b="0">
                          <a:solidFill>
                            <a:srgbClr val="F8F2FA"/>
                          </a:solidFill>
                          <a:latin typeface="Malgun Gothic"/>
                          <a:ea typeface="Malgun Gothic"/>
                          <a:cs typeface="Malgun Gothic"/>
                        </a:rPr>
                        <a:t>질의응답 기록, MVP 동결</a:t>
                      </a:r>
                    </a:p>
                  </a:txBody>
                  <a:tcPr marL="133350" marR="133350" marT="95250" marB="76200">
                    <a:lnR w="9525">
                      <a:solidFill>
                        <a:srgbClr val="45364F"/>
                      </a:solidFill>
                      <a:prstDash val="solid"/>
                    </a:lnR>
                    <a:lnB w="9525">
                      <a:solidFill>
                        <a:srgbClr val="45364F"/>
                      </a:solidFill>
                      <a:prstDash val="solid"/>
                    </a:lnB>
                    <a:solidFill>
                      <a:srgbClr val="100E16"/>
                    </a:solidFill>
                  </a:tcPr>
                </a:tc>
              </a:tr>
              <a:tr h="514350">
                <a:tc>
                  <a:txBody>
                    <a:bodyPr/>
                    <a:lstStyle/>
                    <a:p>
                      <a:r>
                        <a:rPr sz="1725" b="0">
                          <a:solidFill>
                            <a:srgbClr val="F8F2FA"/>
                          </a:solidFill>
                          <a:latin typeface="Malgun Gothic"/>
                          <a:ea typeface="Malgun Gothic"/>
                          <a:cs typeface="Malgun Gothic"/>
                        </a:rPr>
                        <a:t>10주차</a:t>
                      </a:r>
                    </a:p>
                  </a:txBody>
                  <a:tcPr marL="133350" marR="133350" marT="95250" marB="76200">
                    <a:lnL w="9525">
                      <a:solidFill>
                        <a:srgbClr val="45364F"/>
                      </a:solidFill>
                      <a:prstDash val="solid"/>
                    </a:lnL>
                    <a:lnR w="9525">
                      <a:solidFill>
                        <a:srgbClr val="45364F"/>
                      </a:solidFill>
                      <a:prstDash val="solid"/>
                    </a:lnR>
                    <a:lnB w="9525">
                      <a:solidFill>
                        <a:srgbClr val="45364F"/>
                      </a:solidFill>
                      <a:prstDash val="solid"/>
                    </a:lnB>
                    <a:solidFill>
                      <a:srgbClr val="100E16"/>
                    </a:solidFill>
                  </a:tcPr>
                </a:tc>
                <a:tc>
                  <a:txBody>
                    <a:bodyPr/>
                    <a:lstStyle/>
                    <a:p>
                      <a:r>
                        <a:rPr sz="1725" b="0">
                          <a:solidFill>
                            <a:srgbClr val="F8F2FA"/>
                          </a:solidFill>
                          <a:latin typeface="Malgun Gothic"/>
                          <a:ea typeface="Malgun Gothic"/>
                          <a:cs typeface="Malgun Gothic"/>
                        </a:rPr>
                        <a:t>코어 판정·FSM 회귀</a:t>
                      </a:r>
                    </a:p>
                  </a:txBody>
                  <a:tcPr marL="133350" marR="133350" marT="95250" marB="76200">
                    <a:lnR w="9525">
                      <a:solidFill>
                        <a:srgbClr val="45364F"/>
                      </a:solidFill>
                      <a:prstDash val="solid"/>
                    </a:lnR>
                    <a:lnB w="9525">
                      <a:solidFill>
                        <a:srgbClr val="45364F"/>
                      </a:solidFill>
                      <a:prstDash val="solid"/>
                    </a:lnB>
                    <a:solidFill>
                      <a:srgbClr val="100E16"/>
                    </a:solidFill>
                  </a:tcPr>
                </a:tc>
                <a:tc>
                  <a:txBody>
                    <a:bodyPr/>
                    <a:lstStyle/>
                    <a:p>
                      <a:r>
                        <a:rPr sz="1725" b="0">
                          <a:solidFill>
                            <a:srgbClr val="F8F2FA"/>
                          </a:solidFill>
                          <a:latin typeface="Malgun Gothic"/>
                          <a:ea typeface="Malgun Gothic"/>
                          <a:cs typeface="Malgun Gothic"/>
                        </a:rPr>
                        <a:t>사망·부활·재시도와 입력 검증</a:t>
                      </a:r>
                    </a:p>
                  </a:txBody>
                  <a:tcPr marL="133350" marR="133350" marT="95250" marB="76200">
                    <a:lnR w="9525">
                      <a:solidFill>
                        <a:srgbClr val="45364F"/>
                      </a:solidFill>
                      <a:prstDash val="solid"/>
                    </a:lnR>
                    <a:lnB w="9525">
                      <a:solidFill>
                        <a:srgbClr val="45364F"/>
                      </a:solidFill>
                      <a:prstDash val="solid"/>
                    </a:lnB>
                    <a:solidFill>
                      <a:srgbClr val="100E16"/>
                    </a:solidFill>
                  </a:tcPr>
                </a:tc>
              </a:tr>
              <a:tr h="514350">
                <a:tc>
                  <a:txBody>
                    <a:bodyPr/>
                    <a:lstStyle/>
                    <a:p>
                      <a:r>
                        <a:rPr sz="1725" b="0">
                          <a:solidFill>
                            <a:srgbClr val="F8F2FA"/>
                          </a:solidFill>
                          <a:latin typeface="Malgun Gothic"/>
                          <a:ea typeface="Malgun Gothic"/>
                          <a:cs typeface="Malgun Gothic"/>
                        </a:rPr>
                        <a:t>11주차</a:t>
                      </a:r>
                    </a:p>
                  </a:txBody>
                  <a:tcPr marL="133350" marR="133350" marT="95250" marB="76200">
                    <a:lnL w="9525">
                      <a:solidFill>
                        <a:srgbClr val="45364F"/>
                      </a:solidFill>
                      <a:prstDash val="solid"/>
                    </a:lnL>
                    <a:lnR w="9525">
                      <a:solidFill>
                        <a:srgbClr val="45364F"/>
                      </a:solidFill>
                      <a:prstDash val="solid"/>
                    </a:lnR>
                    <a:lnB w="9525">
                      <a:solidFill>
                        <a:srgbClr val="45364F"/>
                      </a:solidFill>
                      <a:prstDash val="solid"/>
                    </a:lnB>
                    <a:solidFill>
                      <a:srgbClr val="100E16"/>
                    </a:solidFill>
                  </a:tcPr>
                </a:tc>
                <a:tc>
                  <a:txBody>
                    <a:bodyPr/>
                    <a:lstStyle/>
                    <a:p>
                      <a:r>
                        <a:rPr sz="1725" b="0">
                          <a:solidFill>
                            <a:srgbClr val="F8F2FA"/>
                          </a:solidFill>
                          <a:latin typeface="Malgun Gothic"/>
                          <a:ea typeface="Malgun Gothic"/>
                          <a:cs typeface="Malgun Gothic"/>
                        </a:rPr>
                        <a:t>PCG 공정성</a:t>
                      </a:r>
                    </a:p>
                  </a:txBody>
                  <a:tcPr marL="133350" marR="133350" marT="95250" marB="76200">
                    <a:lnR w="9525">
                      <a:solidFill>
                        <a:srgbClr val="45364F"/>
                      </a:solidFill>
                      <a:prstDash val="solid"/>
                    </a:lnR>
                    <a:lnB w="9525">
                      <a:solidFill>
                        <a:srgbClr val="45364F"/>
                      </a:solidFill>
                      <a:prstDash val="solid"/>
                    </a:lnB>
                    <a:solidFill>
                      <a:srgbClr val="100E16"/>
                    </a:solidFill>
                  </a:tcPr>
                </a:tc>
                <a:tc>
                  <a:txBody>
                    <a:bodyPr/>
                    <a:lstStyle/>
                    <a:p>
                      <a:r>
                        <a:rPr sz="1725" b="0">
                          <a:solidFill>
                            <a:srgbClr val="F8F2FA"/>
                          </a:solidFill>
                          <a:latin typeface="Malgun Gothic"/>
                          <a:ea typeface="Malgun Gothic"/>
                          <a:cs typeface="Malgun Gothic"/>
                        </a:rPr>
                        <a:t>A~E, 시드별 경계·보상 공백 검사</a:t>
                      </a:r>
                    </a:p>
                  </a:txBody>
                  <a:tcPr marL="133350" marR="133350" marT="95250" marB="76200">
                    <a:lnR w="9525">
                      <a:solidFill>
                        <a:srgbClr val="45364F"/>
                      </a:solidFill>
                      <a:prstDash val="solid"/>
                    </a:lnR>
                    <a:lnB w="9525">
                      <a:solidFill>
                        <a:srgbClr val="45364F"/>
                      </a:solidFill>
                      <a:prstDash val="solid"/>
                    </a:lnB>
                    <a:solidFill>
                      <a:srgbClr val="100E16"/>
                    </a:solidFill>
                  </a:tcPr>
                </a:tc>
              </a:tr>
              <a:tr h="514350">
                <a:tc>
                  <a:txBody>
                    <a:bodyPr/>
                    <a:lstStyle/>
                    <a:p>
                      <a:r>
                        <a:rPr sz="1725" b="0">
                          <a:solidFill>
                            <a:srgbClr val="F8F2FA"/>
                          </a:solidFill>
                          <a:latin typeface="Malgun Gothic"/>
                          <a:ea typeface="Malgun Gothic"/>
                          <a:cs typeface="Malgun Gothic"/>
                        </a:rPr>
                        <a:t>12주차</a:t>
                      </a:r>
                    </a:p>
                  </a:txBody>
                  <a:tcPr marL="133350" marR="133350" marT="95250" marB="76200">
                    <a:lnL w="9525">
                      <a:solidFill>
                        <a:srgbClr val="45364F"/>
                      </a:solidFill>
                      <a:prstDash val="solid"/>
                    </a:lnL>
                    <a:lnR w="9525">
                      <a:solidFill>
                        <a:srgbClr val="45364F"/>
                      </a:solidFill>
                      <a:prstDash val="solid"/>
                    </a:lnR>
                    <a:lnB w="9525">
                      <a:solidFill>
                        <a:srgbClr val="45364F"/>
                      </a:solidFill>
                      <a:prstDash val="solid"/>
                    </a:lnB>
                    <a:solidFill>
                      <a:srgbClr val="100E16"/>
                    </a:solidFill>
                  </a:tcPr>
                </a:tc>
                <a:tc>
                  <a:txBody>
                    <a:bodyPr/>
                    <a:lstStyle/>
                    <a:p>
                      <a:r>
                        <a:rPr sz="1725" b="0">
                          <a:solidFill>
                            <a:srgbClr val="F8F2FA"/>
                          </a:solidFill>
                          <a:latin typeface="Malgun Gothic"/>
                          <a:ea typeface="Malgun Gothic"/>
                          <a:cs typeface="Malgun Gothic"/>
                        </a:rPr>
                        <a:t>Android 사용성</a:t>
                      </a:r>
                    </a:p>
                  </a:txBody>
                  <a:tcPr marL="133350" marR="133350" marT="95250" marB="76200">
                    <a:lnR w="9525">
                      <a:solidFill>
                        <a:srgbClr val="45364F"/>
                      </a:solidFill>
                      <a:prstDash val="solid"/>
                    </a:lnR>
                    <a:lnB w="9525">
                      <a:solidFill>
                        <a:srgbClr val="45364F"/>
                      </a:solidFill>
                      <a:prstDash val="solid"/>
                    </a:lnB>
                    <a:solidFill>
                      <a:srgbClr val="100E16"/>
                    </a:solidFill>
                  </a:tcPr>
                </a:tc>
                <a:tc>
                  <a:txBody>
                    <a:bodyPr/>
                    <a:lstStyle/>
                    <a:p>
                      <a:r>
                        <a:rPr sz="1725" b="0">
                          <a:solidFill>
                            <a:srgbClr val="F8F2FA"/>
                          </a:solidFill>
                          <a:latin typeface="Malgun Gothic"/>
                          <a:ea typeface="Malgun Gothic"/>
                          <a:cs typeface="Malgun Gothic"/>
                        </a:rPr>
                        <a:t>스와이프·튜토리얼·HUD 확인</a:t>
                      </a:r>
                    </a:p>
                  </a:txBody>
                  <a:tcPr marL="133350" marR="133350" marT="95250" marB="76200">
                    <a:lnR w="9525">
                      <a:solidFill>
                        <a:srgbClr val="45364F"/>
                      </a:solidFill>
                      <a:prstDash val="solid"/>
                    </a:lnR>
                    <a:lnB w="9525">
                      <a:solidFill>
                        <a:srgbClr val="45364F"/>
                      </a:solidFill>
                      <a:prstDash val="solid"/>
                    </a:lnB>
                    <a:solidFill>
                      <a:srgbClr val="100E16"/>
                    </a:solidFill>
                  </a:tcPr>
                </a:tc>
              </a:tr>
              <a:tr h="514350">
                <a:tc>
                  <a:txBody>
                    <a:bodyPr/>
                    <a:lstStyle/>
                    <a:p>
                      <a:r>
                        <a:rPr sz="1725" b="0">
                          <a:solidFill>
                            <a:srgbClr val="F8F2FA"/>
                          </a:solidFill>
                          <a:latin typeface="Malgun Gothic"/>
                          <a:ea typeface="Malgun Gothic"/>
                          <a:cs typeface="Malgun Gothic"/>
                        </a:rPr>
                        <a:t>13주차</a:t>
                      </a:r>
                    </a:p>
                  </a:txBody>
                  <a:tcPr marL="133350" marR="133350" marT="95250" marB="76200">
                    <a:lnL w="9525">
                      <a:solidFill>
                        <a:srgbClr val="45364F"/>
                      </a:solidFill>
                      <a:prstDash val="solid"/>
                    </a:lnL>
                    <a:lnR w="9525">
                      <a:solidFill>
                        <a:srgbClr val="45364F"/>
                      </a:solidFill>
                      <a:prstDash val="solid"/>
                    </a:lnR>
                    <a:lnB w="9525">
                      <a:solidFill>
                        <a:srgbClr val="45364F"/>
                      </a:solidFill>
                      <a:prstDash val="solid"/>
                    </a:lnB>
                    <a:solidFill>
                      <a:srgbClr val="100E16"/>
                    </a:solidFill>
                  </a:tcPr>
                </a:tc>
                <a:tc>
                  <a:txBody>
                    <a:bodyPr/>
                    <a:lstStyle/>
                    <a:p>
                      <a:r>
                        <a:rPr sz="1725" b="0">
                          <a:solidFill>
                            <a:srgbClr val="F8F2FA"/>
                          </a:solidFill>
                          <a:latin typeface="Malgun Gothic"/>
                          <a:ea typeface="Malgun Gothic"/>
                          <a:cs typeface="Malgun Gothic"/>
                        </a:rPr>
                        <a:t>에셋·사운드·성능</a:t>
                      </a:r>
                    </a:p>
                  </a:txBody>
                  <a:tcPr marL="133350" marR="133350" marT="95250" marB="76200">
                    <a:lnR w="9525">
                      <a:solidFill>
                        <a:srgbClr val="45364F"/>
                      </a:solidFill>
                      <a:prstDash val="solid"/>
                    </a:lnR>
                    <a:lnB w="9525">
                      <a:solidFill>
                        <a:srgbClr val="45364F"/>
                      </a:solidFill>
                      <a:prstDash val="solid"/>
                    </a:lnB>
                    <a:solidFill>
                      <a:srgbClr val="100E16"/>
                    </a:solidFill>
                  </a:tcPr>
                </a:tc>
                <a:tc>
                  <a:txBody>
                    <a:bodyPr/>
                    <a:lstStyle/>
                    <a:p>
                      <a:r>
                        <a:rPr sz="1725" b="0">
                          <a:solidFill>
                            <a:srgbClr val="F8F2FA"/>
                          </a:solidFill>
                          <a:latin typeface="Malgun Gothic"/>
                          <a:ea typeface="Malgun Gothic"/>
                          <a:cs typeface="Malgun Gothic"/>
                        </a:rPr>
                        <a:t>리소스 비용·루프·출처 정리</a:t>
                      </a:r>
                    </a:p>
                  </a:txBody>
                  <a:tcPr marL="133350" marR="133350" marT="95250" marB="76200">
                    <a:lnR w="9525">
                      <a:solidFill>
                        <a:srgbClr val="45364F"/>
                      </a:solidFill>
                      <a:prstDash val="solid"/>
                    </a:lnR>
                    <a:lnB w="9525">
                      <a:solidFill>
                        <a:srgbClr val="45364F"/>
                      </a:solidFill>
                      <a:prstDash val="solid"/>
                    </a:lnB>
                    <a:solidFill>
                      <a:srgbClr val="100E16"/>
                    </a:solidFill>
                  </a:tcPr>
                </a:tc>
              </a:tr>
              <a:tr h="514350">
                <a:tc>
                  <a:txBody>
                    <a:bodyPr/>
                    <a:lstStyle/>
                    <a:p>
                      <a:r>
                        <a:rPr sz="1725" b="0">
                          <a:solidFill>
                            <a:srgbClr val="F8F2FA"/>
                          </a:solidFill>
                          <a:latin typeface="Malgun Gothic"/>
                          <a:ea typeface="Malgun Gothic"/>
                          <a:cs typeface="Malgun Gothic"/>
                        </a:rPr>
                        <a:t>14주차</a:t>
                      </a:r>
                    </a:p>
                  </a:txBody>
                  <a:tcPr marL="133350" marR="133350" marT="95250" marB="76200">
                    <a:lnL w="9525">
                      <a:solidFill>
                        <a:srgbClr val="45364F"/>
                      </a:solidFill>
                      <a:prstDash val="solid"/>
                    </a:lnL>
                    <a:lnR w="9525">
                      <a:solidFill>
                        <a:srgbClr val="45364F"/>
                      </a:solidFill>
                      <a:prstDash val="solid"/>
                    </a:lnR>
                    <a:lnB w="9525">
                      <a:solidFill>
                        <a:srgbClr val="45364F"/>
                      </a:solidFill>
                      <a:prstDash val="solid"/>
                    </a:lnB>
                    <a:solidFill>
                      <a:srgbClr val="100E16"/>
                    </a:solidFill>
                  </a:tcPr>
                </a:tc>
                <a:tc>
                  <a:txBody>
                    <a:bodyPr/>
                    <a:lstStyle/>
                    <a:p>
                      <a:r>
                        <a:rPr sz="1725" b="0">
                          <a:solidFill>
                            <a:srgbClr val="F8F2FA"/>
                          </a:solidFill>
                          <a:latin typeface="Malgun Gothic"/>
                          <a:ea typeface="Malgun Gothic"/>
                          <a:cs typeface="Malgun Gothic"/>
                        </a:rPr>
                        <a:t>기능 동결·전체 회귀</a:t>
                      </a:r>
                    </a:p>
                  </a:txBody>
                  <a:tcPr marL="133350" marR="133350" marT="95250" marB="76200">
                    <a:lnR w="9525">
                      <a:solidFill>
                        <a:srgbClr val="45364F"/>
                      </a:solidFill>
                      <a:prstDash val="solid"/>
                    </a:lnR>
                    <a:lnB w="9525">
                      <a:solidFill>
                        <a:srgbClr val="45364F"/>
                      </a:solidFill>
                      <a:prstDash val="solid"/>
                    </a:lnB>
                    <a:solidFill>
                      <a:srgbClr val="100E16"/>
                    </a:solidFill>
                  </a:tcPr>
                </a:tc>
                <a:tc>
                  <a:txBody>
                    <a:bodyPr/>
                    <a:lstStyle/>
                    <a:p>
                      <a:r>
                        <a:rPr sz="1725" b="0">
                          <a:solidFill>
                            <a:srgbClr val="F8F2FA"/>
                          </a:solidFill>
                          <a:latin typeface="Malgun Gothic"/>
                          <a:ea typeface="Malgun Gothic"/>
                          <a:cs typeface="Malgun Gothic"/>
                        </a:rPr>
                        <a:t>실기기 10분 구동, 저장·재실행</a:t>
                      </a:r>
                    </a:p>
                  </a:txBody>
                  <a:tcPr marL="133350" marR="133350" marT="95250" marB="76200">
                    <a:lnR w="9525">
                      <a:solidFill>
                        <a:srgbClr val="45364F"/>
                      </a:solidFill>
                      <a:prstDash val="solid"/>
                    </a:lnR>
                    <a:lnB w="9525">
                      <a:solidFill>
                        <a:srgbClr val="45364F"/>
                      </a:solidFill>
                      <a:prstDash val="solid"/>
                    </a:lnB>
                    <a:solidFill>
                      <a:srgbClr val="100E16"/>
                    </a:solidFill>
                  </a:tcPr>
                </a:tc>
              </a:tr>
              <a:tr h="514350">
                <a:tc>
                  <a:txBody>
                    <a:bodyPr/>
                    <a:lstStyle/>
                    <a:p>
                      <a:r>
                        <a:rPr sz="1725" b="0">
                          <a:solidFill>
                            <a:srgbClr val="F8F2FA"/>
                          </a:solidFill>
                          <a:latin typeface="Malgun Gothic"/>
                          <a:ea typeface="Malgun Gothic"/>
                          <a:cs typeface="Malgun Gothic"/>
                        </a:rPr>
                        <a:t>15주차</a:t>
                      </a:r>
                    </a:p>
                  </a:txBody>
                  <a:tcPr marL="133350" marR="133350" marT="95250" marB="76200">
                    <a:lnL w="9525">
                      <a:solidFill>
                        <a:srgbClr val="45364F"/>
                      </a:solidFill>
                      <a:prstDash val="solid"/>
                    </a:lnL>
                    <a:lnR w="9525">
                      <a:solidFill>
                        <a:srgbClr val="45364F"/>
                      </a:solidFill>
                      <a:prstDash val="solid"/>
                    </a:lnR>
                    <a:lnB w="9525">
                      <a:solidFill>
                        <a:srgbClr val="45364F"/>
                      </a:solidFill>
                      <a:prstDash val="solid"/>
                    </a:lnB>
                    <a:solidFill>
                      <a:srgbClr val="100E16"/>
                    </a:solidFill>
                  </a:tcPr>
                </a:tc>
                <a:tc>
                  <a:txBody>
                    <a:bodyPr/>
                    <a:lstStyle/>
                    <a:p>
                      <a:r>
                        <a:rPr sz="1725" b="0">
                          <a:solidFill>
                            <a:srgbClr val="F8F2FA"/>
                          </a:solidFill>
                          <a:latin typeface="Malgun Gothic"/>
                          <a:ea typeface="Malgun Gothic"/>
                          <a:cs typeface="Malgun Gothic"/>
                        </a:rPr>
                        <a:t>기말 제출과 시연</a:t>
                      </a:r>
                    </a:p>
                  </a:txBody>
                  <a:tcPr marL="133350" marR="133350" marT="95250" marB="76200">
                    <a:lnR w="9525">
                      <a:solidFill>
                        <a:srgbClr val="45364F"/>
                      </a:solidFill>
                      <a:prstDash val="solid"/>
                    </a:lnR>
                    <a:lnB w="9525">
                      <a:solidFill>
                        <a:srgbClr val="45364F"/>
                      </a:solidFill>
                      <a:prstDash val="solid"/>
                    </a:lnB>
                    <a:solidFill>
                      <a:srgbClr val="100E16"/>
                    </a:solidFill>
                  </a:tcPr>
                </a:tc>
                <a:tc>
                  <a:txBody>
                    <a:bodyPr/>
                    <a:lstStyle/>
                    <a:p>
                      <a:r>
                        <a:rPr sz="1725" b="0">
                          <a:solidFill>
                            <a:srgbClr val="F8F2FA"/>
                          </a:solidFill>
                          <a:latin typeface="Malgun Gothic"/>
                          <a:ea typeface="Malgun Gothic"/>
                          <a:cs typeface="Malgun Gothic"/>
                        </a:rPr>
                        <a:t>빌드·달성도·변경 사유·영상</a:t>
                      </a:r>
                    </a:p>
                  </a:txBody>
                  <a:tcPr marL="133350" marR="133350" marT="95250" marB="76200">
                    <a:lnR w="9525">
                      <a:solidFill>
                        <a:srgbClr val="45364F"/>
                      </a:solidFill>
                      <a:prstDash val="solid"/>
                    </a:lnR>
                    <a:lnB w="9525">
                      <a:solidFill>
                        <a:srgbClr val="45364F"/>
                      </a:solidFill>
                      <a:prstDash val="solid"/>
                    </a:lnB>
                    <a:solidFill>
                      <a:srgbClr val="100E16"/>
                    </a:solidFill>
                  </a:tcPr>
                </a:tc>
              </a:tr>
            </a:tbl>
          </a:graphicData>
        </a:graphic>
      </p:graphicFrame>
      <p:sp>
        <p:nvSpPr>
          <p:cNvPr id="5" name="중간 제출 마감: 2026.10.29(목) 11:0">
            <a:extLst xmlns:a="http://schemas.openxmlformats.org/drawingml/2006/main">
              <a:ext uri="{FF2B5EF4-FFF2-40B4-BE49-F238E27FC236}">
                <a16:creationId xmlns:a16="http://schemas.microsoft.com/office/drawing/2014/main" id="{40E5B988-AC4E-47C5-AE8B-A019F2D613C3}"/>
              </a:ext>
            </a:extLst>
          </p:cNvPr>
          <p:cNvSpPr>
            <a:spLocks xmlns:a="http://schemas.openxmlformats.org/drawingml/2006/main" noGrp="1"/>
          </p:cNvSpPr>
          <p:nvPr/>
        </p:nvSpPr>
        <p:spPr>
          <a:xfrm xmlns:a="http://schemas.openxmlformats.org/drawingml/2006/main">
            <a:off x="609600" y="6200775"/>
            <a:ext cx="10382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F2B6D3"/>
                </a:solidFill>
                <a:latin typeface="Malgun Gothic"/>
                <a:ea typeface="Malgun Gothic"/>
                <a:cs typeface="Malgun Gothic"/>
              </a:defRPr>
            </a:defPPr>
            <a:lvl1pPr algn="l">
              <a:defRPr sz="1650" b="1">
                <a:solidFill>
                  <a:srgbClr val="F2B6D3"/>
                </a:solidFill>
                <a:latin typeface="Malgun Gothic"/>
                <a:ea typeface="Malgun Gothic"/>
                <a:cs typeface="Malgun Gothic"/>
              </a:defRPr>
            </a:lvl1pPr>
            <a:lvl2pPr algn="l">
              <a:defRPr sz="1650" b="1">
                <a:solidFill>
                  <a:srgbClr val="F2B6D3"/>
                </a:solidFill>
                <a:latin typeface="Malgun Gothic"/>
                <a:ea typeface="Malgun Gothic"/>
                <a:cs typeface="Malgun Gothic"/>
              </a:defRPr>
            </a:lvl2pPr>
            <a:lvl3pPr algn="l">
              <a:defRPr sz="1650" b="1">
                <a:solidFill>
                  <a:srgbClr val="F2B6D3"/>
                </a:solidFill>
                <a:latin typeface="Malgun Gothic"/>
                <a:ea typeface="Malgun Gothic"/>
                <a:cs typeface="Malgun Gothic"/>
              </a:defRPr>
            </a:lvl3pPr>
            <a:lvl4pPr algn="l">
              <a:defRPr sz="1650" b="1">
                <a:solidFill>
                  <a:srgbClr val="F2B6D3"/>
                </a:solidFill>
                <a:latin typeface="Malgun Gothic"/>
                <a:ea typeface="Malgun Gothic"/>
                <a:cs typeface="Malgun Gothic"/>
              </a:defRPr>
            </a:lvl4pPr>
            <a:lvl5pPr algn="l">
              <a:defRPr sz="1650" b="1">
                <a:solidFill>
                  <a:srgbClr val="F2B6D3"/>
                </a:solidFill>
                <a:latin typeface="Malgun Gothic"/>
                <a:ea typeface="Malgun Gothic"/>
                <a:cs typeface="Malgun Gothic"/>
              </a:defRPr>
            </a:lvl5pPr>
            <a:lvl6pPr algn="l">
              <a:defRPr sz="1650" b="1">
                <a:solidFill>
                  <a:srgbClr val="F2B6D3"/>
                </a:solidFill>
                <a:latin typeface="Malgun Gothic"/>
                <a:ea typeface="Malgun Gothic"/>
                <a:cs typeface="Malgun Gothic"/>
              </a:defRPr>
            </a:lvl6pPr>
            <a:lvl7pPr algn="l">
              <a:defRPr sz="1650" b="1">
                <a:solidFill>
                  <a:srgbClr val="F2B6D3"/>
                </a:solidFill>
                <a:latin typeface="Malgun Gothic"/>
                <a:ea typeface="Malgun Gothic"/>
                <a:cs typeface="Malgun Gothic"/>
              </a:defRPr>
            </a:lvl7pPr>
            <a:lvl8pPr algn="l">
              <a:defRPr sz="1650" b="1">
                <a:solidFill>
                  <a:srgbClr val="F2B6D3"/>
                </a:solidFill>
                <a:latin typeface="Malgun Gothic"/>
                <a:ea typeface="Malgun Gothic"/>
                <a:cs typeface="Malgun Gothic"/>
              </a:defRPr>
            </a:lvl8pPr>
            <a:lvl9pPr algn="l">
              <a:defRPr sz="1650" b="1">
                <a:solidFill>
                  <a:srgbClr val="F2B6D3"/>
                </a:solidFill>
                <a:latin typeface="Malgun Gothic"/>
                <a:ea typeface="Malgun Gothic"/>
                <a:cs typeface="Malgun Gothic"/>
              </a:defRPr>
            </a:lvl9pPr>
          </a:lstStyle>
          <a:p xmlns:a="http://schemas.openxmlformats.org/drawingml/2006/main">
            <a:pPr algn="l">
              <a:defRPr sz="1650" b="1">
                <a:solidFill>
                  <a:srgbClr val="F2B6D3"/>
                </a:solidFill>
                <a:latin typeface="Malgun Gothic"/>
                <a:ea typeface="Malgun Gothic"/>
                <a:cs typeface="Malgun Gothic"/>
              </a:defRPr>
            </a:pPr>
            <a:r>
              <a:rPr sz="1650" b="1">
                <a:solidFill>
                  <a:srgbClr val="F2B6D3"/>
                </a:solidFill>
                <a:latin typeface="Malgun Gothic"/>
                <a:ea typeface="Malgun Gothic"/>
                <a:cs typeface="Malgun Gothic"/>
              </a:rPr>
              <a:t>중간 제출 마감: 2026.10.29(목) 11:00 KST</a:t>
            </a:r>
          </a:p>
        </p:txBody>
      </p:sp>
    </p:spTree>
    <p:extLst>
      <p:ext uri="{BB962C8B-B14F-4D97-AF65-F5344CB8AC3E}">
        <p14:creationId xmlns:p14="http://schemas.microsoft.com/office/powerpoint/2010/main" val="1854597136"/>
      </p:ext>
    </p:extLst>
  </p:cSld>
</p:sld>
</file>

<file path=ppt/slides/slide12.xml><?xml version="1.0" encoding="utf-8"?>
<p:sld xmlns:p="http://schemas.openxmlformats.org/presentationml/2006/main">
  <p:cSld>
    <p:bg>
      <p:bgPr>
        <a:solidFill xmlns:a="http://schemas.openxmlformats.org/drawingml/2006/main">
          <a:srgbClr val="100E16"/>
        </a:solidFill>
      </p:bgPr>
    </p:bg>
    <p:spTree>
      <p:nvGrpSpPr>
        <p:cNvPr id="1" name=""/>
        <p:cNvGrpSpPr/>
        <p:nvPr/>
      </p:nvGrpSpPr>
      <p:grpSpPr>
        <a:xfrm xmlns:a="http://schemas.openxmlformats.org/drawingml/2006/main"/>
      </p:grpSpPr>
      <p:sp>
        <p:nvSpPr>
          <p:cNvPr id="2" name="위험 관리와 기말 완료 기준">
            <a:extLst xmlns:a="http://schemas.openxmlformats.org/drawingml/2006/main">
              <a:ext uri="{FF2B5EF4-FFF2-40B4-BE49-F238E27FC236}">
                <a16:creationId xmlns:a16="http://schemas.microsoft.com/office/drawing/2014/main" id="{B3D2007B-3C4B-459F-8A43-14D1FD0FFFCB}"/>
              </a:ext>
            </a:extLst>
          </p:cNvPr>
          <p:cNvSpPr>
            <a:spLocks xmlns:a="http://schemas.openxmlformats.org/drawingml/2006/main" noGrp="1"/>
          </p:cNvSpPr>
          <p:nvPr/>
        </p:nvSpPr>
        <p:spPr>
          <a:xfrm xmlns:a="http://schemas.openxmlformats.org/drawingml/2006/main">
            <a:off x="609600" y="428625"/>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F8F2FA"/>
                </a:solidFill>
                <a:latin typeface="Malgun Gothic"/>
                <a:ea typeface="Malgun Gothic"/>
                <a:cs typeface="Malgun Gothic"/>
              </a:defRPr>
            </a:defPPr>
            <a:lvl1pPr algn="l">
              <a:defRPr sz="3225" b="1">
                <a:solidFill>
                  <a:srgbClr val="F8F2FA"/>
                </a:solidFill>
                <a:latin typeface="Malgun Gothic"/>
                <a:ea typeface="Malgun Gothic"/>
                <a:cs typeface="Malgun Gothic"/>
              </a:defRPr>
            </a:lvl1pPr>
            <a:lvl2pPr algn="l">
              <a:defRPr sz="3225" b="1">
                <a:solidFill>
                  <a:srgbClr val="F8F2FA"/>
                </a:solidFill>
                <a:latin typeface="Malgun Gothic"/>
                <a:ea typeface="Malgun Gothic"/>
                <a:cs typeface="Malgun Gothic"/>
              </a:defRPr>
            </a:lvl2pPr>
            <a:lvl3pPr algn="l">
              <a:defRPr sz="3225" b="1">
                <a:solidFill>
                  <a:srgbClr val="F8F2FA"/>
                </a:solidFill>
                <a:latin typeface="Malgun Gothic"/>
                <a:ea typeface="Malgun Gothic"/>
                <a:cs typeface="Malgun Gothic"/>
              </a:defRPr>
            </a:lvl3pPr>
            <a:lvl4pPr algn="l">
              <a:defRPr sz="3225" b="1">
                <a:solidFill>
                  <a:srgbClr val="F8F2FA"/>
                </a:solidFill>
                <a:latin typeface="Malgun Gothic"/>
                <a:ea typeface="Malgun Gothic"/>
                <a:cs typeface="Malgun Gothic"/>
              </a:defRPr>
            </a:lvl4pPr>
            <a:lvl5pPr algn="l">
              <a:defRPr sz="3225" b="1">
                <a:solidFill>
                  <a:srgbClr val="F8F2FA"/>
                </a:solidFill>
                <a:latin typeface="Malgun Gothic"/>
                <a:ea typeface="Malgun Gothic"/>
                <a:cs typeface="Malgun Gothic"/>
              </a:defRPr>
            </a:lvl5pPr>
            <a:lvl6pPr algn="l">
              <a:defRPr sz="3225" b="1">
                <a:solidFill>
                  <a:srgbClr val="F8F2FA"/>
                </a:solidFill>
                <a:latin typeface="Malgun Gothic"/>
                <a:ea typeface="Malgun Gothic"/>
                <a:cs typeface="Malgun Gothic"/>
              </a:defRPr>
            </a:lvl6pPr>
            <a:lvl7pPr algn="l">
              <a:defRPr sz="3225" b="1">
                <a:solidFill>
                  <a:srgbClr val="F8F2FA"/>
                </a:solidFill>
                <a:latin typeface="Malgun Gothic"/>
                <a:ea typeface="Malgun Gothic"/>
                <a:cs typeface="Malgun Gothic"/>
              </a:defRPr>
            </a:lvl7pPr>
            <a:lvl8pPr algn="l">
              <a:defRPr sz="3225" b="1">
                <a:solidFill>
                  <a:srgbClr val="F8F2FA"/>
                </a:solidFill>
                <a:latin typeface="Malgun Gothic"/>
                <a:ea typeface="Malgun Gothic"/>
                <a:cs typeface="Malgun Gothic"/>
              </a:defRPr>
            </a:lvl8pPr>
            <a:lvl9pPr algn="l">
              <a:defRPr sz="3225" b="1">
                <a:solidFill>
                  <a:srgbClr val="F8F2FA"/>
                </a:solidFill>
                <a:latin typeface="Malgun Gothic"/>
                <a:ea typeface="Malgun Gothic"/>
                <a:cs typeface="Malgun Gothic"/>
              </a:defRPr>
            </a:lvl9pPr>
          </a:lstStyle>
          <a:p xmlns:a="http://schemas.openxmlformats.org/drawingml/2006/main">
            <a:pPr algn="l">
              <a:defRPr sz="3225" b="1">
                <a:solidFill>
                  <a:srgbClr val="F8F2FA"/>
                </a:solidFill>
                <a:latin typeface="Malgun Gothic"/>
                <a:ea typeface="Malgun Gothic"/>
                <a:cs typeface="Malgun Gothic"/>
              </a:defRPr>
            </a:pPr>
            <a:r>
              <a:rPr sz="3225" b="1">
                <a:solidFill>
                  <a:srgbClr val="F8F2FA"/>
                </a:solidFill>
                <a:latin typeface="Malgun Gothic"/>
                <a:ea typeface="Malgun Gothic"/>
                <a:cs typeface="Malgun Gothic"/>
              </a:rPr>
              <a:t>위험 관리와 기말 완료 기준</a:t>
            </a:r>
          </a:p>
        </p:txBody>
      </p:sp>
      <p:sp>
        <p:nvSpPr>
          <p:cNvPr id="3" name="11">
            <a:extLst xmlns:a="http://schemas.openxmlformats.org/drawingml/2006/main">
              <a:ext uri="{FF2B5EF4-FFF2-40B4-BE49-F238E27FC236}">
                <a16:creationId xmlns:a16="http://schemas.microsoft.com/office/drawing/2014/main" id="{EDD2BE98-C826-40A2-ACE8-8F5877F58521}"/>
              </a:ext>
            </a:extLst>
          </p:cNvPr>
          <p:cNvSpPr>
            <a:spLocks xmlns:a="http://schemas.openxmlformats.org/drawingml/2006/main" noGrp="1"/>
          </p:cNvSpPr>
          <p:nvPr/>
        </p:nvSpPr>
        <p:spPr>
          <a:xfrm xmlns:a="http://schemas.openxmlformats.org/drawingml/2006/main">
            <a:off x="10982325" y="6324600"/>
            <a:ext cx="590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BBAEC6"/>
                </a:solidFill>
                <a:latin typeface="Malgun Gothic"/>
                <a:ea typeface="Malgun Gothic"/>
                <a:cs typeface="Malgun Gothic"/>
              </a:defRPr>
            </a:defPPr>
            <a:lvl1pPr algn="r">
              <a:defRPr sz="1350" b="0">
                <a:solidFill>
                  <a:srgbClr val="BBAEC6"/>
                </a:solidFill>
                <a:latin typeface="Malgun Gothic"/>
                <a:ea typeface="Malgun Gothic"/>
                <a:cs typeface="Malgun Gothic"/>
              </a:defRPr>
            </a:lvl1pPr>
            <a:lvl2pPr algn="r">
              <a:defRPr sz="1350" b="0">
                <a:solidFill>
                  <a:srgbClr val="BBAEC6"/>
                </a:solidFill>
                <a:latin typeface="Malgun Gothic"/>
                <a:ea typeface="Malgun Gothic"/>
                <a:cs typeface="Malgun Gothic"/>
              </a:defRPr>
            </a:lvl2pPr>
            <a:lvl3pPr algn="r">
              <a:defRPr sz="1350" b="0">
                <a:solidFill>
                  <a:srgbClr val="BBAEC6"/>
                </a:solidFill>
                <a:latin typeface="Malgun Gothic"/>
                <a:ea typeface="Malgun Gothic"/>
                <a:cs typeface="Malgun Gothic"/>
              </a:defRPr>
            </a:lvl3pPr>
            <a:lvl4pPr algn="r">
              <a:defRPr sz="1350" b="0">
                <a:solidFill>
                  <a:srgbClr val="BBAEC6"/>
                </a:solidFill>
                <a:latin typeface="Malgun Gothic"/>
                <a:ea typeface="Malgun Gothic"/>
                <a:cs typeface="Malgun Gothic"/>
              </a:defRPr>
            </a:lvl4pPr>
            <a:lvl5pPr algn="r">
              <a:defRPr sz="1350" b="0">
                <a:solidFill>
                  <a:srgbClr val="BBAEC6"/>
                </a:solidFill>
                <a:latin typeface="Malgun Gothic"/>
                <a:ea typeface="Malgun Gothic"/>
                <a:cs typeface="Malgun Gothic"/>
              </a:defRPr>
            </a:lvl5pPr>
            <a:lvl6pPr algn="r">
              <a:defRPr sz="1350" b="0">
                <a:solidFill>
                  <a:srgbClr val="BBAEC6"/>
                </a:solidFill>
                <a:latin typeface="Malgun Gothic"/>
                <a:ea typeface="Malgun Gothic"/>
                <a:cs typeface="Malgun Gothic"/>
              </a:defRPr>
            </a:lvl6pPr>
            <a:lvl7pPr algn="r">
              <a:defRPr sz="1350" b="0">
                <a:solidFill>
                  <a:srgbClr val="BBAEC6"/>
                </a:solidFill>
                <a:latin typeface="Malgun Gothic"/>
                <a:ea typeface="Malgun Gothic"/>
                <a:cs typeface="Malgun Gothic"/>
              </a:defRPr>
            </a:lvl7pPr>
            <a:lvl8pPr algn="r">
              <a:defRPr sz="1350" b="0">
                <a:solidFill>
                  <a:srgbClr val="BBAEC6"/>
                </a:solidFill>
                <a:latin typeface="Malgun Gothic"/>
                <a:ea typeface="Malgun Gothic"/>
                <a:cs typeface="Malgun Gothic"/>
              </a:defRPr>
            </a:lvl8pPr>
            <a:lvl9pPr algn="r">
              <a:defRPr sz="1350" b="0">
                <a:solidFill>
                  <a:srgbClr val="BBAEC6"/>
                </a:solidFill>
                <a:latin typeface="Malgun Gothic"/>
                <a:ea typeface="Malgun Gothic"/>
                <a:cs typeface="Malgun Gothic"/>
              </a:defRPr>
            </a:lvl9pPr>
          </a:lstStyle>
          <a:p xmlns:a="http://schemas.openxmlformats.org/drawingml/2006/main">
            <a:pPr algn="r">
              <a:defRPr sz="1350" b="0">
                <a:solidFill>
                  <a:srgbClr val="BBAEC6"/>
                </a:solidFill>
                <a:latin typeface="Malgun Gothic"/>
                <a:ea typeface="Malgun Gothic"/>
                <a:cs typeface="Malgun Gothic"/>
              </a:defRPr>
            </a:pPr>
            <a:r>
              <a:rPr sz="1350" b="0">
                <a:solidFill>
                  <a:srgbClr val="BBAEC6"/>
                </a:solidFill>
                <a:latin typeface="Malgun Gothic"/>
                <a:ea typeface="Malgun Gothic"/>
                <a:cs typeface="Malgun Gothic"/>
              </a:rPr>
              <a:t>11</a:t>
            </a:r>
          </a:p>
        </p:txBody>
      </p:sp>
      <p:graphicFrame>
        <p:nvGraphicFramePr>
          <p:cNvPr id="4" name="">
            <a:extLst xmlns:a="http://schemas.openxmlformats.org/drawingml/2006/main">
              <a:ext uri="{FF2B5EF4-FFF2-40B4-BE49-F238E27FC236}">
                <a16:creationId xmlns:a16="http://schemas.microsoft.com/office/drawing/2014/main" id="{F680014C-2DD2-4063-8B2B-ED76CA29FF4A}"/>
              </a:ext>
            </a:extLst>
          </p:cNvPr>
          <p:cNvGraphicFramePr/>
          <p:nvPr/>
        </p:nvGraphicFramePr>
        <p:xfrm>
          <a:off xmlns:a="http://schemas.openxmlformats.org/drawingml/2006/main" x="609600" y="1400175"/>
          <a:ext xmlns:a="http://schemas.openxmlformats.org/drawingml/2006/main" cx="10972800" cy="3943350"/>
        </p:xfrm>
        <a:graphic xmlns:a="http://schemas.openxmlformats.org/drawingml/2006/main">
          <a:graphicData uri="http://schemas.openxmlformats.org/drawingml/2006/table">
            <a:tbl>
              <a:tblPr firstRow="0" bandRow="0"/>
              <a:tblGrid>
                <a:gridCol w="2619375"/>
                <a:gridCol w="4476750"/>
                <a:gridCol w="3876675"/>
              </a:tblGrid>
              <a:tr h="657225">
                <a:tc>
                  <a:txBody>
                    <a:bodyPr/>
                    <a:lstStyle/>
                    <a:p>
                      <a:r>
                        <a:rPr sz="1725" b="1">
                          <a:solidFill>
                            <a:srgbClr val="F2B6D3"/>
                          </a:solidFill>
                          <a:latin typeface="Malgun Gothic"/>
                          <a:ea typeface="Malgun Gothic"/>
                          <a:cs typeface="Malgun Gothic"/>
                        </a:rPr>
                        <a:t>위험</a:t>
                      </a:r>
                    </a:p>
                  </a:txBody>
                  <a:tcPr marL="133350" marR="133350" marT="95250" marB="76200">
                    <a:lnL w="9525">
                      <a:solidFill>
                        <a:srgbClr val="45364F"/>
                      </a:solidFill>
                      <a:prstDash val="solid"/>
                    </a:lnL>
                    <a:lnR w="9525">
                      <a:solidFill>
                        <a:srgbClr val="45364F"/>
                      </a:solidFill>
                      <a:prstDash val="solid"/>
                    </a:lnR>
                    <a:lnT w="9525">
                      <a:solidFill>
                        <a:srgbClr val="45364F"/>
                      </a:solidFill>
                      <a:prstDash val="solid"/>
                    </a:lnT>
                    <a:lnB w="9525">
                      <a:solidFill>
                        <a:srgbClr val="45364F"/>
                      </a:solidFill>
                      <a:prstDash val="solid"/>
                    </a:lnB>
                    <a:solidFill>
                      <a:srgbClr val="35182D"/>
                    </a:solidFill>
                  </a:tcPr>
                </a:tc>
                <a:tc>
                  <a:txBody>
                    <a:bodyPr/>
                    <a:lstStyle/>
                    <a:p>
                      <a:r>
                        <a:rPr sz="1725" b="1">
                          <a:solidFill>
                            <a:srgbClr val="F2B6D3"/>
                          </a:solidFill>
                          <a:latin typeface="Malgun Gothic"/>
                          <a:ea typeface="Malgun Gothic"/>
                          <a:cs typeface="Malgun Gothic"/>
                        </a:rPr>
                        <a:t>대응</a:t>
                      </a:r>
                    </a:p>
                  </a:txBody>
                  <a:tcPr marL="133350" marR="133350" marT="95250" marB="76200">
                    <a:lnR w="9525">
                      <a:solidFill>
                        <a:srgbClr val="45364F"/>
                      </a:solidFill>
                      <a:prstDash val="solid"/>
                    </a:lnR>
                    <a:lnT w="9525">
                      <a:solidFill>
                        <a:srgbClr val="45364F"/>
                      </a:solidFill>
                      <a:prstDash val="solid"/>
                    </a:lnT>
                    <a:lnB w="9525">
                      <a:solidFill>
                        <a:srgbClr val="45364F"/>
                      </a:solidFill>
                      <a:prstDash val="solid"/>
                    </a:lnB>
                    <a:solidFill>
                      <a:srgbClr val="35182D"/>
                    </a:solidFill>
                  </a:tcPr>
                </a:tc>
                <a:tc>
                  <a:txBody>
                    <a:bodyPr/>
                    <a:lstStyle/>
                    <a:p>
                      <a:r>
                        <a:rPr sz="1725" b="1">
                          <a:solidFill>
                            <a:srgbClr val="F2B6D3"/>
                          </a:solidFill>
                          <a:latin typeface="Malgun Gothic"/>
                          <a:ea typeface="Malgun Gothic"/>
                          <a:cs typeface="Malgun Gothic"/>
                        </a:rPr>
                        <a:t>플랜 B</a:t>
                      </a:r>
                    </a:p>
                  </a:txBody>
                  <a:tcPr marL="133350" marR="133350" marT="95250" marB="76200">
                    <a:lnR w="9525">
                      <a:solidFill>
                        <a:srgbClr val="45364F"/>
                      </a:solidFill>
                      <a:prstDash val="solid"/>
                    </a:lnR>
                    <a:lnT w="9525">
                      <a:solidFill>
                        <a:srgbClr val="45364F"/>
                      </a:solidFill>
                      <a:prstDash val="solid"/>
                    </a:lnT>
                    <a:lnB w="9525">
                      <a:solidFill>
                        <a:srgbClr val="45364F"/>
                      </a:solidFill>
                      <a:prstDash val="solid"/>
                    </a:lnB>
                    <a:solidFill>
                      <a:srgbClr val="35182D"/>
                    </a:solidFill>
                  </a:tcPr>
                </a:tc>
              </a:tr>
              <a:tr h="657225">
                <a:tc>
                  <a:txBody>
                    <a:bodyPr/>
                    <a:lstStyle/>
                    <a:p>
                      <a:r>
                        <a:rPr sz="1725" b="0">
                          <a:solidFill>
                            <a:srgbClr val="F8F2FA"/>
                          </a:solidFill>
                          <a:latin typeface="Malgun Gothic"/>
                          <a:ea typeface="Malgun Gothic"/>
                          <a:cs typeface="Malgun Gothic"/>
                        </a:rPr>
                        <a:t>1인 개발 일정 초과</a:t>
                      </a:r>
                    </a:p>
                  </a:txBody>
                  <a:tcPr marL="133350" marR="133350" marT="95250" marB="76200">
                    <a:lnL w="9525">
                      <a:solidFill>
                        <a:srgbClr val="45364F"/>
                      </a:solidFill>
                      <a:prstDash val="solid"/>
                    </a:lnL>
                    <a:lnR w="9525">
                      <a:solidFill>
                        <a:srgbClr val="45364F"/>
                      </a:solidFill>
                      <a:prstDash val="solid"/>
                    </a:lnR>
                    <a:lnB w="9525">
                      <a:solidFill>
                        <a:srgbClr val="45364F"/>
                      </a:solidFill>
                      <a:prstDash val="solid"/>
                    </a:lnB>
                    <a:solidFill>
                      <a:srgbClr val="100E16"/>
                    </a:solidFill>
                  </a:tcPr>
                </a:tc>
                <a:tc>
                  <a:txBody>
                    <a:bodyPr/>
                    <a:lstStyle/>
                    <a:p>
                      <a:r>
                        <a:rPr sz="1725" b="0">
                          <a:solidFill>
                            <a:srgbClr val="F8F2FA"/>
                          </a:solidFill>
                          <a:latin typeface="Malgun Gothic"/>
                          <a:ea typeface="Malgun Gothic"/>
                          <a:cs typeface="Malgun Gothic"/>
                        </a:rPr>
                        <a:t>코어 우선, 14주차 기능 동결</a:t>
                      </a:r>
                    </a:p>
                  </a:txBody>
                  <a:tcPr marL="133350" marR="133350" marT="95250" marB="76200">
                    <a:lnR w="9525">
                      <a:solidFill>
                        <a:srgbClr val="45364F"/>
                      </a:solidFill>
                      <a:prstDash val="solid"/>
                    </a:lnR>
                    <a:lnB w="9525">
                      <a:solidFill>
                        <a:srgbClr val="45364F"/>
                      </a:solidFill>
                      <a:prstDash val="solid"/>
                    </a:lnB>
                    <a:solidFill>
                      <a:srgbClr val="100E16"/>
                    </a:solidFill>
                  </a:tcPr>
                </a:tc>
                <a:tc>
                  <a:txBody>
                    <a:bodyPr/>
                    <a:lstStyle/>
                    <a:p>
                      <a:r>
                        <a:rPr sz="1725" b="0">
                          <a:solidFill>
                            <a:srgbClr val="F8F2FA"/>
                          </a:solidFill>
                          <a:latin typeface="Malgun Gothic"/>
                          <a:ea typeface="Malgun Gothic"/>
                          <a:cs typeface="Malgun Gothic"/>
                        </a:rPr>
                        <a:t>특수 코스·메타 축소</a:t>
                      </a:r>
                    </a:p>
                  </a:txBody>
                  <a:tcPr marL="133350" marR="133350" marT="95250" marB="76200">
                    <a:lnR w="9525">
                      <a:solidFill>
                        <a:srgbClr val="45364F"/>
                      </a:solidFill>
                      <a:prstDash val="solid"/>
                    </a:lnR>
                    <a:lnB w="9525">
                      <a:solidFill>
                        <a:srgbClr val="45364F"/>
                      </a:solidFill>
                      <a:prstDash val="solid"/>
                    </a:lnB>
                    <a:solidFill>
                      <a:srgbClr val="100E16"/>
                    </a:solidFill>
                  </a:tcPr>
                </a:tc>
              </a:tr>
              <a:tr h="657225">
                <a:tc>
                  <a:txBody>
                    <a:bodyPr/>
                    <a:lstStyle/>
                    <a:p>
                      <a:r>
                        <a:rPr sz="1725" b="0">
                          <a:solidFill>
                            <a:srgbClr val="F8F2FA"/>
                          </a:solidFill>
                          <a:latin typeface="Malgun Gothic"/>
                          <a:ea typeface="Malgun Gothic"/>
                          <a:cs typeface="Malgun Gothic"/>
                        </a:rPr>
                        <a:t>불가능한 4초 코스</a:t>
                      </a:r>
                    </a:p>
                  </a:txBody>
                  <a:tcPr marL="133350" marR="133350" marT="95250" marB="76200">
                    <a:lnL w="9525">
                      <a:solidFill>
                        <a:srgbClr val="45364F"/>
                      </a:solidFill>
                      <a:prstDash val="solid"/>
                    </a:lnL>
                    <a:lnR w="9525">
                      <a:solidFill>
                        <a:srgbClr val="45364F"/>
                      </a:solidFill>
                      <a:prstDash val="solid"/>
                    </a:lnR>
                    <a:lnB w="9525">
                      <a:solidFill>
                        <a:srgbClr val="45364F"/>
                      </a:solidFill>
                      <a:prstDash val="solid"/>
                    </a:lnB>
                    <a:solidFill>
                      <a:srgbClr val="100E16"/>
                    </a:solidFill>
                  </a:tcPr>
                </a:tc>
                <a:tc>
                  <a:txBody>
                    <a:bodyPr/>
                    <a:lstStyle/>
                    <a:p>
                      <a:r>
                        <a:rPr sz="1725" b="0">
                          <a:solidFill>
                            <a:srgbClr val="F8F2FA"/>
                          </a:solidFill>
                          <a:latin typeface="Malgun Gothic"/>
                          <a:ea typeface="Malgun Gothic"/>
                          <a:cs typeface="Malgun Gothic"/>
                        </a:rPr>
                        <a:t>후보 간격과 실제 경로를 각각 검증</a:t>
                      </a:r>
                    </a:p>
                  </a:txBody>
                  <a:tcPr marL="133350" marR="133350" marT="95250" marB="76200">
                    <a:lnR w="9525">
                      <a:solidFill>
                        <a:srgbClr val="45364F"/>
                      </a:solidFill>
                      <a:prstDash val="solid"/>
                    </a:lnR>
                    <a:lnB w="9525">
                      <a:solidFill>
                        <a:srgbClr val="45364F"/>
                      </a:solidFill>
                      <a:prstDash val="solid"/>
                    </a:lnB>
                    <a:solidFill>
                      <a:srgbClr val="100E16"/>
                    </a:solidFill>
                  </a:tcPr>
                </a:tc>
                <a:tc>
                  <a:txBody>
                    <a:bodyPr/>
                    <a:lstStyle/>
                    <a:p>
                      <a:r>
                        <a:rPr sz="1725" b="0">
                          <a:solidFill>
                            <a:srgbClr val="F8F2FA"/>
                          </a:solidFill>
                          <a:latin typeface="Malgun Gothic"/>
                          <a:ea typeface="Malgun Gothic"/>
                          <a:cs typeface="Malgun Gothic"/>
                        </a:rPr>
                        <a:t>검증된 A~E 고정 순서</a:t>
                      </a:r>
                    </a:p>
                  </a:txBody>
                  <a:tcPr marL="133350" marR="133350" marT="95250" marB="76200">
                    <a:lnR w="9525">
                      <a:solidFill>
                        <a:srgbClr val="45364F"/>
                      </a:solidFill>
                      <a:prstDash val="solid"/>
                    </a:lnR>
                    <a:lnB w="9525">
                      <a:solidFill>
                        <a:srgbClr val="45364F"/>
                      </a:solidFill>
                      <a:prstDash val="solid"/>
                    </a:lnB>
                    <a:solidFill>
                      <a:srgbClr val="100E16"/>
                    </a:solidFill>
                  </a:tcPr>
                </a:tc>
              </a:tr>
              <a:tr h="657225">
                <a:tc>
                  <a:txBody>
                    <a:bodyPr/>
                    <a:lstStyle/>
                    <a:p>
                      <a:r>
                        <a:rPr sz="1725" b="0">
                          <a:solidFill>
                            <a:srgbClr val="F8F2FA"/>
                          </a:solidFill>
                          <a:latin typeface="Malgun Gothic"/>
                          <a:ea typeface="Malgun Gothic"/>
                          <a:cs typeface="Malgun Gothic"/>
                        </a:rPr>
                        <a:t>실기기 성능 저하</a:t>
                      </a:r>
                    </a:p>
                  </a:txBody>
                  <a:tcPr marL="133350" marR="133350" marT="95250" marB="76200">
                    <a:lnL w="9525">
                      <a:solidFill>
                        <a:srgbClr val="45364F"/>
                      </a:solidFill>
                      <a:prstDash val="solid"/>
                    </a:lnL>
                    <a:lnR w="9525">
                      <a:solidFill>
                        <a:srgbClr val="45364F"/>
                      </a:solidFill>
                      <a:prstDash val="solid"/>
                    </a:lnR>
                    <a:lnB w="9525">
                      <a:solidFill>
                        <a:srgbClr val="45364F"/>
                      </a:solidFill>
                      <a:prstDash val="solid"/>
                    </a:lnB>
                    <a:solidFill>
                      <a:srgbClr val="100E16"/>
                    </a:solidFill>
                  </a:tcPr>
                </a:tc>
                <a:tc>
                  <a:txBody>
                    <a:bodyPr/>
                    <a:lstStyle/>
                    <a:p>
                      <a:r>
                        <a:rPr sz="1725" b="0">
                          <a:solidFill>
                            <a:srgbClr val="F8F2FA"/>
                          </a:solidFill>
                          <a:latin typeface="Malgun Gothic"/>
                          <a:ea typeface="Malgun Gothic"/>
                          <a:cs typeface="Malgun Gothic"/>
                        </a:rPr>
                        <a:t>메시·이펙트·텍스처 비용 측정</a:t>
                      </a:r>
                    </a:p>
                  </a:txBody>
                  <a:tcPr marL="133350" marR="133350" marT="95250" marB="76200">
                    <a:lnR w="9525">
                      <a:solidFill>
                        <a:srgbClr val="45364F"/>
                      </a:solidFill>
                      <a:prstDash val="solid"/>
                    </a:lnR>
                    <a:lnB w="9525">
                      <a:solidFill>
                        <a:srgbClr val="45364F"/>
                      </a:solidFill>
                      <a:prstDash val="solid"/>
                    </a:lnB>
                    <a:solidFill>
                      <a:srgbClr val="100E16"/>
                    </a:solidFill>
                  </a:tcPr>
                </a:tc>
                <a:tc>
                  <a:txBody>
                    <a:bodyPr/>
                    <a:lstStyle/>
                    <a:p>
                      <a:r>
                        <a:rPr sz="1725" b="0">
                          <a:solidFill>
                            <a:srgbClr val="F8F2FA"/>
                          </a:solidFill>
                          <a:latin typeface="Malgun Gothic"/>
                          <a:ea typeface="Malgun Gothic"/>
                          <a:cs typeface="Malgun Gothic"/>
                        </a:rPr>
                        <a:t>효과 축소, 30 FPS 목표</a:t>
                      </a:r>
                    </a:p>
                  </a:txBody>
                  <a:tcPr marL="133350" marR="133350" marT="95250" marB="76200">
                    <a:lnR w="9525">
                      <a:solidFill>
                        <a:srgbClr val="45364F"/>
                      </a:solidFill>
                      <a:prstDash val="solid"/>
                    </a:lnR>
                    <a:lnB w="9525">
                      <a:solidFill>
                        <a:srgbClr val="45364F"/>
                      </a:solidFill>
                      <a:prstDash val="solid"/>
                    </a:lnB>
                    <a:solidFill>
                      <a:srgbClr val="100E16"/>
                    </a:solidFill>
                  </a:tcPr>
                </a:tc>
              </a:tr>
              <a:tr h="657225">
                <a:tc>
                  <a:txBody>
                    <a:bodyPr/>
                    <a:lstStyle/>
                    <a:p>
                      <a:r>
                        <a:rPr sz="1725" b="0">
                          <a:solidFill>
                            <a:srgbClr val="F8F2FA"/>
                          </a:solidFill>
                          <a:latin typeface="Malgun Gothic"/>
                          <a:ea typeface="Malgun Gothic"/>
                          <a:cs typeface="Malgun Gothic"/>
                        </a:rPr>
                        <a:t>AI 코드·입력·상태 오류</a:t>
                      </a:r>
                    </a:p>
                  </a:txBody>
                  <a:tcPr marL="133350" marR="133350" marT="95250" marB="76200">
                    <a:lnL w="9525">
                      <a:solidFill>
                        <a:srgbClr val="45364F"/>
                      </a:solidFill>
                      <a:prstDash val="solid"/>
                    </a:lnL>
                    <a:lnR w="9525">
                      <a:solidFill>
                        <a:srgbClr val="45364F"/>
                      </a:solidFill>
                      <a:prstDash val="solid"/>
                    </a:lnR>
                    <a:lnB w="9525">
                      <a:solidFill>
                        <a:srgbClr val="45364F"/>
                      </a:solidFill>
                      <a:prstDash val="solid"/>
                    </a:lnB>
                    <a:solidFill>
                      <a:srgbClr val="100E16"/>
                    </a:solidFill>
                  </a:tcPr>
                </a:tc>
                <a:tc>
                  <a:txBody>
                    <a:bodyPr/>
                    <a:lstStyle/>
                    <a:p>
                      <a:r>
                        <a:rPr sz="1725" b="0">
                          <a:solidFill>
                            <a:srgbClr val="F8F2FA"/>
                          </a:solidFill>
                          <a:latin typeface="Malgun Gothic"/>
                          <a:ea typeface="Malgun Gothic"/>
                          <a:cs typeface="Malgun Gothic"/>
                        </a:rPr>
                        <a:t>작은 변경 검토, 경계 회귀·오류 로그</a:t>
                      </a:r>
                    </a:p>
                  </a:txBody>
                  <a:tcPr marL="133350" marR="133350" marT="95250" marB="76200">
                    <a:lnR w="9525">
                      <a:solidFill>
                        <a:srgbClr val="45364F"/>
                      </a:solidFill>
                      <a:prstDash val="solid"/>
                    </a:lnR>
                    <a:lnB w="9525">
                      <a:solidFill>
                        <a:srgbClr val="45364F"/>
                      </a:solidFill>
                      <a:prstDash val="solid"/>
                    </a:lnB>
                    <a:solidFill>
                      <a:srgbClr val="100E16"/>
                    </a:solidFill>
                  </a:tcPr>
                </a:tc>
                <a:tc>
                  <a:txBody>
                    <a:bodyPr/>
                    <a:lstStyle/>
                    <a:p>
                      <a:r>
                        <a:rPr sz="1725" b="0">
                          <a:solidFill>
                            <a:srgbClr val="F8F2FA"/>
                          </a:solidFill>
                          <a:latin typeface="Malgun Gothic"/>
                          <a:ea typeface="Malgun Gothic"/>
                          <a:cs typeface="Malgun Gothic"/>
                        </a:rPr>
                        <a:t>정상 버전 복귀 후 필수 수정</a:t>
                      </a:r>
                    </a:p>
                  </a:txBody>
                  <a:tcPr marL="133350" marR="133350" marT="95250" marB="76200">
                    <a:lnR w="9525">
                      <a:solidFill>
                        <a:srgbClr val="45364F"/>
                      </a:solidFill>
                      <a:prstDash val="solid"/>
                    </a:lnR>
                    <a:lnB w="9525">
                      <a:solidFill>
                        <a:srgbClr val="45364F"/>
                      </a:solidFill>
                      <a:prstDash val="solid"/>
                    </a:lnB>
                    <a:solidFill>
                      <a:srgbClr val="100E16"/>
                    </a:solidFill>
                  </a:tcPr>
                </a:tc>
              </a:tr>
              <a:tr h="657225">
                <a:tc>
                  <a:txBody>
                    <a:bodyPr/>
                    <a:lstStyle/>
                    <a:p>
                      <a:r>
                        <a:rPr sz="1725" b="0">
                          <a:solidFill>
                            <a:srgbClr val="F8F2FA"/>
                          </a:solidFill>
                          <a:latin typeface="Malgun Gothic"/>
                          <a:ea typeface="Malgun Gothic"/>
                          <a:cs typeface="Malgun Gothic"/>
                        </a:rPr>
                        <a:t>에셋·SDK·환경 의존성</a:t>
                      </a:r>
                    </a:p>
                  </a:txBody>
                  <a:tcPr marL="133350" marR="133350" marT="95250" marB="76200">
                    <a:lnL w="9525">
                      <a:solidFill>
                        <a:srgbClr val="45364F"/>
                      </a:solidFill>
                      <a:prstDash val="solid"/>
                    </a:lnL>
                    <a:lnR w="9525">
                      <a:solidFill>
                        <a:srgbClr val="45364F"/>
                      </a:solidFill>
                      <a:prstDash val="solid"/>
                    </a:lnR>
                    <a:lnB w="9525">
                      <a:solidFill>
                        <a:srgbClr val="45364F"/>
                      </a:solidFill>
                      <a:prstDash val="solid"/>
                    </a:lnB>
                    <a:solidFill>
                      <a:srgbClr val="100E16"/>
                    </a:solidFill>
                  </a:tcPr>
                </a:tc>
                <a:tc>
                  <a:txBody>
                    <a:bodyPr/>
                    <a:lstStyle/>
                    <a:p>
                      <a:r>
                        <a:rPr sz="1725" b="0">
                          <a:solidFill>
                            <a:srgbClr val="F8F2FA"/>
                          </a:solidFill>
                          <a:latin typeface="Malgun Gothic"/>
                          <a:ea typeface="Malgun Gothic"/>
                          <a:cs typeface="Malgun Gothic"/>
                        </a:rPr>
                        <a:t>출처 이력 수집, 오프라인 코어 분리</a:t>
                      </a:r>
                    </a:p>
                  </a:txBody>
                  <a:tcPr marL="133350" marR="133350" marT="95250" marB="76200">
                    <a:lnR w="9525">
                      <a:solidFill>
                        <a:srgbClr val="45364F"/>
                      </a:solidFill>
                      <a:prstDash val="solid"/>
                    </a:lnR>
                    <a:lnB w="9525">
                      <a:solidFill>
                        <a:srgbClr val="45364F"/>
                      </a:solidFill>
                      <a:prstDash val="solid"/>
                    </a:lnB>
                    <a:solidFill>
                      <a:srgbClr val="100E16"/>
                    </a:solidFill>
                  </a:tcPr>
                </a:tc>
                <a:tc>
                  <a:txBody>
                    <a:bodyPr/>
                    <a:lstStyle/>
                    <a:p>
                      <a:r>
                        <a:rPr sz="1725" b="0">
                          <a:solidFill>
                            <a:srgbClr val="F8F2FA"/>
                          </a:solidFill>
                          <a:latin typeface="Malgun Gothic"/>
                          <a:ea typeface="Malgun Gothic"/>
                          <a:cs typeface="Malgun Gothic"/>
                        </a:rPr>
                        <a:t>검증 에셋·로컬 기록 사용</a:t>
                      </a:r>
                    </a:p>
                  </a:txBody>
                  <a:tcPr marL="133350" marR="133350" marT="95250" marB="76200">
                    <a:lnR w="9525">
                      <a:solidFill>
                        <a:srgbClr val="45364F"/>
                      </a:solidFill>
                      <a:prstDash val="solid"/>
                    </a:lnR>
                    <a:lnB w="9525">
                      <a:solidFill>
                        <a:srgbClr val="45364F"/>
                      </a:solidFill>
                      <a:prstDash val="solid"/>
                    </a:lnB>
                    <a:solidFill>
                      <a:srgbClr val="100E16"/>
                    </a:solidFill>
                  </a:tcPr>
                </a:tc>
              </a:tr>
            </a:tbl>
          </a:graphicData>
        </a:graphic>
      </p:graphicFrame>
      <p:sp>
        <p:nvSpPr>
          <p:cNvPr id="5" name="완료 기준">
            <a:extLst xmlns:a="http://schemas.openxmlformats.org/drawingml/2006/main">
              <a:ext uri="{FF2B5EF4-FFF2-40B4-BE49-F238E27FC236}">
                <a16:creationId xmlns:a16="http://schemas.microsoft.com/office/drawing/2014/main" id="{49A526EE-5B6C-4438-BF67-A18B979655C7}"/>
              </a:ext>
            </a:extLst>
          </p:cNvPr>
          <p:cNvSpPr>
            <a:spLocks xmlns:a="http://schemas.openxmlformats.org/drawingml/2006/main" noGrp="1"/>
          </p:cNvSpPr>
          <p:nvPr/>
        </p:nvSpPr>
        <p:spPr>
          <a:xfrm xmlns:a="http://schemas.openxmlformats.org/drawingml/2006/main">
            <a:off x="609600" y="5676900"/>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FF4B9B"/>
                </a:solidFill>
                <a:latin typeface="Malgun Gothic"/>
                <a:ea typeface="Malgun Gothic"/>
                <a:cs typeface="Malgun Gothic"/>
              </a:defRPr>
            </a:defPPr>
            <a:lvl1pPr algn="l">
              <a:defRPr sz="2025" b="1">
                <a:solidFill>
                  <a:srgbClr val="FF4B9B"/>
                </a:solidFill>
                <a:latin typeface="Malgun Gothic"/>
                <a:ea typeface="Malgun Gothic"/>
                <a:cs typeface="Malgun Gothic"/>
              </a:defRPr>
            </a:lvl1pPr>
            <a:lvl2pPr algn="l">
              <a:defRPr sz="2025" b="1">
                <a:solidFill>
                  <a:srgbClr val="FF4B9B"/>
                </a:solidFill>
                <a:latin typeface="Malgun Gothic"/>
                <a:ea typeface="Malgun Gothic"/>
                <a:cs typeface="Malgun Gothic"/>
              </a:defRPr>
            </a:lvl2pPr>
            <a:lvl3pPr algn="l">
              <a:defRPr sz="2025" b="1">
                <a:solidFill>
                  <a:srgbClr val="FF4B9B"/>
                </a:solidFill>
                <a:latin typeface="Malgun Gothic"/>
                <a:ea typeface="Malgun Gothic"/>
                <a:cs typeface="Malgun Gothic"/>
              </a:defRPr>
            </a:lvl3pPr>
            <a:lvl4pPr algn="l">
              <a:defRPr sz="2025" b="1">
                <a:solidFill>
                  <a:srgbClr val="FF4B9B"/>
                </a:solidFill>
                <a:latin typeface="Malgun Gothic"/>
                <a:ea typeface="Malgun Gothic"/>
                <a:cs typeface="Malgun Gothic"/>
              </a:defRPr>
            </a:lvl4pPr>
            <a:lvl5pPr algn="l">
              <a:defRPr sz="2025" b="1">
                <a:solidFill>
                  <a:srgbClr val="FF4B9B"/>
                </a:solidFill>
                <a:latin typeface="Malgun Gothic"/>
                <a:ea typeface="Malgun Gothic"/>
                <a:cs typeface="Malgun Gothic"/>
              </a:defRPr>
            </a:lvl5pPr>
            <a:lvl6pPr algn="l">
              <a:defRPr sz="2025" b="1">
                <a:solidFill>
                  <a:srgbClr val="FF4B9B"/>
                </a:solidFill>
                <a:latin typeface="Malgun Gothic"/>
                <a:ea typeface="Malgun Gothic"/>
                <a:cs typeface="Malgun Gothic"/>
              </a:defRPr>
            </a:lvl6pPr>
            <a:lvl7pPr algn="l">
              <a:defRPr sz="2025" b="1">
                <a:solidFill>
                  <a:srgbClr val="FF4B9B"/>
                </a:solidFill>
                <a:latin typeface="Malgun Gothic"/>
                <a:ea typeface="Malgun Gothic"/>
                <a:cs typeface="Malgun Gothic"/>
              </a:defRPr>
            </a:lvl7pPr>
            <a:lvl8pPr algn="l">
              <a:defRPr sz="2025" b="1">
                <a:solidFill>
                  <a:srgbClr val="FF4B9B"/>
                </a:solidFill>
                <a:latin typeface="Malgun Gothic"/>
                <a:ea typeface="Malgun Gothic"/>
                <a:cs typeface="Malgun Gothic"/>
              </a:defRPr>
            </a:lvl8pPr>
            <a:lvl9pPr algn="l">
              <a:defRPr sz="2025" b="1">
                <a:solidFill>
                  <a:srgbClr val="FF4B9B"/>
                </a:solidFill>
                <a:latin typeface="Malgun Gothic"/>
                <a:ea typeface="Malgun Gothic"/>
                <a:cs typeface="Malgun Gothic"/>
              </a:defRPr>
            </a:lvl9pPr>
          </a:lstStyle>
          <a:p xmlns:a="http://schemas.openxmlformats.org/drawingml/2006/main">
            <a:pPr algn="l">
              <a:defRPr sz="2025" b="1">
                <a:solidFill>
                  <a:srgbClr val="FF4B9B"/>
                </a:solidFill>
                <a:latin typeface="Malgun Gothic"/>
                <a:ea typeface="Malgun Gothic"/>
                <a:cs typeface="Malgun Gothic"/>
              </a:defRPr>
            </a:pPr>
            <a:r>
              <a:rPr sz="2025" b="1">
                <a:solidFill>
                  <a:srgbClr val="FF4B9B"/>
                </a:solidFill>
                <a:latin typeface="Malgun Gothic"/>
                <a:ea typeface="Malgun Gothic"/>
                <a:cs typeface="Malgun Gothic"/>
              </a:rPr>
              <a:t>완료 기준</a:t>
            </a:r>
          </a:p>
        </p:txBody>
      </p:sp>
      <p:sp>
        <p:nvSpPr>
          <p:cNvPr id="6" name="튜토리얼부터 재시도까지 연결된 Android 빌드와">
            <a:extLst xmlns:a="http://schemas.openxmlformats.org/drawingml/2006/main">
              <a:ext uri="{FF2B5EF4-FFF2-40B4-BE49-F238E27FC236}">
                <a16:creationId xmlns:a16="http://schemas.microsoft.com/office/drawing/2014/main" id="{267497A8-8D58-403D-AF30-CC498E8FECCA}"/>
              </a:ext>
            </a:extLst>
          </p:cNvPr>
          <p:cNvSpPr>
            <a:spLocks xmlns:a="http://schemas.openxmlformats.org/drawingml/2006/main" noGrp="1"/>
          </p:cNvSpPr>
          <p:nvPr/>
        </p:nvSpPr>
        <p:spPr>
          <a:xfrm xmlns:a="http://schemas.openxmlformats.org/drawingml/2006/main">
            <a:off x="2695575" y="5648325"/>
            <a:ext cx="8572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F8F2FA"/>
                </a:solidFill>
                <a:latin typeface="Malgun Gothic"/>
                <a:ea typeface="Malgun Gothic"/>
                <a:cs typeface="Malgun Gothic"/>
              </a:defRPr>
            </a:defPPr>
            <a:lvl1pPr algn="l">
              <a:defRPr sz="2025" b="1">
                <a:solidFill>
                  <a:srgbClr val="F8F2FA"/>
                </a:solidFill>
                <a:latin typeface="Malgun Gothic"/>
                <a:ea typeface="Malgun Gothic"/>
                <a:cs typeface="Malgun Gothic"/>
              </a:defRPr>
            </a:lvl1pPr>
            <a:lvl2pPr algn="l">
              <a:defRPr sz="2025" b="1">
                <a:solidFill>
                  <a:srgbClr val="F8F2FA"/>
                </a:solidFill>
                <a:latin typeface="Malgun Gothic"/>
                <a:ea typeface="Malgun Gothic"/>
                <a:cs typeface="Malgun Gothic"/>
              </a:defRPr>
            </a:lvl2pPr>
            <a:lvl3pPr algn="l">
              <a:defRPr sz="2025" b="1">
                <a:solidFill>
                  <a:srgbClr val="F8F2FA"/>
                </a:solidFill>
                <a:latin typeface="Malgun Gothic"/>
                <a:ea typeface="Malgun Gothic"/>
                <a:cs typeface="Malgun Gothic"/>
              </a:defRPr>
            </a:lvl3pPr>
            <a:lvl4pPr algn="l">
              <a:defRPr sz="2025" b="1">
                <a:solidFill>
                  <a:srgbClr val="F8F2FA"/>
                </a:solidFill>
                <a:latin typeface="Malgun Gothic"/>
                <a:ea typeface="Malgun Gothic"/>
                <a:cs typeface="Malgun Gothic"/>
              </a:defRPr>
            </a:lvl4pPr>
            <a:lvl5pPr algn="l">
              <a:defRPr sz="2025" b="1">
                <a:solidFill>
                  <a:srgbClr val="F8F2FA"/>
                </a:solidFill>
                <a:latin typeface="Malgun Gothic"/>
                <a:ea typeface="Malgun Gothic"/>
                <a:cs typeface="Malgun Gothic"/>
              </a:defRPr>
            </a:lvl5pPr>
            <a:lvl6pPr algn="l">
              <a:defRPr sz="2025" b="1">
                <a:solidFill>
                  <a:srgbClr val="F8F2FA"/>
                </a:solidFill>
                <a:latin typeface="Malgun Gothic"/>
                <a:ea typeface="Malgun Gothic"/>
                <a:cs typeface="Malgun Gothic"/>
              </a:defRPr>
            </a:lvl6pPr>
            <a:lvl7pPr algn="l">
              <a:defRPr sz="2025" b="1">
                <a:solidFill>
                  <a:srgbClr val="F8F2FA"/>
                </a:solidFill>
                <a:latin typeface="Malgun Gothic"/>
                <a:ea typeface="Malgun Gothic"/>
                <a:cs typeface="Malgun Gothic"/>
              </a:defRPr>
            </a:lvl7pPr>
            <a:lvl8pPr algn="l">
              <a:defRPr sz="2025" b="1">
                <a:solidFill>
                  <a:srgbClr val="F8F2FA"/>
                </a:solidFill>
                <a:latin typeface="Malgun Gothic"/>
                <a:ea typeface="Malgun Gothic"/>
                <a:cs typeface="Malgun Gothic"/>
              </a:defRPr>
            </a:lvl8pPr>
            <a:lvl9pPr algn="l">
              <a:defRPr sz="2025" b="1">
                <a:solidFill>
                  <a:srgbClr val="F8F2FA"/>
                </a:solidFill>
                <a:latin typeface="Malgun Gothic"/>
                <a:ea typeface="Malgun Gothic"/>
                <a:cs typeface="Malgun Gothic"/>
              </a:defRPr>
            </a:lvl9pPr>
          </a:lstStyle>
          <a:p xmlns:a="http://schemas.openxmlformats.org/drawingml/2006/main">
            <a:pPr algn="l">
              <a:defRPr sz="2025" b="1">
                <a:solidFill>
                  <a:srgbClr val="F8F2FA"/>
                </a:solidFill>
                <a:latin typeface="Malgun Gothic"/>
                <a:ea typeface="Malgun Gothic"/>
                <a:cs typeface="Malgun Gothic"/>
              </a:defRPr>
            </a:pPr>
            <a:r>
              <a:rPr sz="2025" b="1">
                <a:solidFill>
                  <a:srgbClr val="F8F2FA"/>
                </a:solidFill>
                <a:latin typeface="Malgun Gothic"/>
                <a:ea typeface="Malgun Gothic"/>
                <a:cs typeface="Malgun Gothic"/>
              </a:rPr>
              <a:t>튜토리얼부터 재시도까지 연결된 Android 빌드와</a:t>
            </a:r>
          </a:p>
          <a:p xmlns:a="http://schemas.openxmlformats.org/drawingml/2006/main">
            <a:pPr algn="l">
              <a:defRPr sz="2025" b="1">
                <a:solidFill>
                  <a:srgbClr val="F8F2FA"/>
                </a:solidFill>
                <a:latin typeface="Malgun Gothic"/>
                <a:ea typeface="Malgun Gothic"/>
                <a:cs typeface="Malgun Gothic"/>
              </a:defRPr>
            </a:pPr>
            <a:r>
              <a:rPr sz="2025" b="1">
                <a:solidFill>
                  <a:srgbClr val="F8F2FA"/>
                </a:solidFill>
                <a:latin typeface="Malgun Gothic"/>
                <a:ea typeface="Malgun Gothic"/>
                <a:cs typeface="Malgun Gothic"/>
              </a:rPr>
              <a:t>기획 대비 달성도·변경 사유를 함께 제출한다</a:t>
            </a:r>
          </a:p>
        </p:txBody>
      </p:sp>
    </p:spTree>
    <p:extLst>
      <p:ext uri="{BB962C8B-B14F-4D97-AF65-F5344CB8AC3E}">
        <p14:creationId xmlns:p14="http://schemas.microsoft.com/office/powerpoint/2010/main" val="834760571"/>
      </p:ext>
    </p:extLst>
  </p:cSld>
</p:sld>
</file>

<file path=ppt/slides/slide13.xml><?xml version="1.0" encoding="utf-8"?>
<p:sld xmlns:p="http://schemas.openxmlformats.org/presentationml/2006/main">
  <p:cSld>
    <p:bg>
      <p:bgPr>
        <a:solidFill xmlns:a="http://schemas.openxmlformats.org/drawingml/2006/main">
          <a:srgbClr val="100E16"/>
        </a:solidFill>
      </p:bgPr>
    </p:bg>
    <p:spTree>
      <p:nvGrpSpPr>
        <p:cNvPr id="1" name=""/>
        <p:cNvGrpSpPr/>
        <p:nvPr/>
      </p:nvGrpSpPr>
      <p:grpSpPr>
        <a:xfrm xmlns:a="http://schemas.openxmlformats.org/drawingml/2006/main"/>
      </p:grpSpPr>
      <p:sp>
        <p:nvSpPr>
          <p:cNvPr id="2" name="에셋 출처와 라이선스">
            <a:extLst xmlns:a="http://schemas.openxmlformats.org/drawingml/2006/main">
              <a:ext uri="{FF2B5EF4-FFF2-40B4-BE49-F238E27FC236}">
                <a16:creationId xmlns:a16="http://schemas.microsoft.com/office/drawing/2014/main" id="{597B5486-93D0-4253-9C2E-C12081DC4B55}"/>
              </a:ext>
            </a:extLst>
          </p:cNvPr>
          <p:cNvSpPr>
            <a:spLocks xmlns:a="http://schemas.openxmlformats.org/drawingml/2006/main" noGrp="1"/>
          </p:cNvSpPr>
          <p:nvPr/>
        </p:nvSpPr>
        <p:spPr>
          <a:xfrm xmlns:a="http://schemas.openxmlformats.org/drawingml/2006/main">
            <a:off x="609600" y="428625"/>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F8F2FA"/>
                </a:solidFill>
                <a:latin typeface="Malgun Gothic"/>
                <a:ea typeface="Malgun Gothic"/>
                <a:cs typeface="Malgun Gothic"/>
              </a:defRPr>
            </a:defPPr>
            <a:lvl1pPr algn="l">
              <a:defRPr sz="3225" b="1">
                <a:solidFill>
                  <a:srgbClr val="F8F2FA"/>
                </a:solidFill>
                <a:latin typeface="Malgun Gothic"/>
                <a:ea typeface="Malgun Gothic"/>
                <a:cs typeface="Malgun Gothic"/>
              </a:defRPr>
            </a:lvl1pPr>
            <a:lvl2pPr algn="l">
              <a:defRPr sz="3225" b="1">
                <a:solidFill>
                  <a:srgbClr val="F8F2FA"/>
                </a:solidFill>
                <a:latin typeface="Malgun Gothic"/>
                <a:ea typeface="Malgun Gothic"/>
                <a:cs typeface="Malgun Gothic"/>
              </a:defRPr>
            </a:lvl2pPr>
            <a:lvl3pPr algn="l">
              <a:defRPr sz="3225" b="1">
                <a:solidFill>
                  <a:srgbClr val="F8F2FA"/>
                </a:solidFill>
                <a:latin typeface="Malgun Gothic"/>
                <a:ea typeface="Malgun Gothic"/>
                <a:cs typeface="Malgun Gothic"/>
              </a:defRPr>
            </a:lvl3pPr>
            <a:lvl4pPr algn="l">
              <a:defRPr sz="3225" b="1">
                <a:solidFill>
                  <a:srgbClr val="F8F2FA"/>
                </a:solidFill>
                <a:latin typeface="Malgun Gothic"/>
                <a:ea typeface="Malgun Gothic"/>
                <a:cs typeface="Malgun Gothic"/>
              </a:defRPr>
            </a:lvl4pPr>
            <a:lvl5pPr algn="l">
              <a:defRPr sz="3225" b="1">
                <a:solidFill>
                  <a:srgbClr val="F8F2FA"/>
                </a:solidFill>
                <a:latin typeface="Malgun Gothic"/>
                <a:ea typeface="Malgun Gothic"/>
                <a:cs typeface="Malgun Gothic"/>
              </a:defRPr>
            </a:lvl5pPr>
            <a:lvl6pPr algn="l">
              <a:defRPr sz="3225" b="1">
                <a:solidFill>
                  <a:srgbClr val="F8F2FA"/>
                </a:solidFill>
                <a:latin typeface="Malgun Gothic"/>
                <a:ea typeface="Malgun Gothic"/>
                <a:cs typeface="Malgun Gothic"/>
              </a:defRPr>
            </a:lvl6pPr>
            <a:lvl7pPr algn="l">
              <a:defRPr sz="3225" b="1">
                <a:solidFill>
                  <a:srgbClr val="F8F2FA"/>
                </a:solidFill>
                <a:latin typeface="Malgun Gothic"/>
                <a:ea typeface="Malgun Gothic"/>
                <a:cs typeface="Malgun Gothic"/>
              </a:defRPr>
            </a:lvl7pPr>
            <a:lvl8pPr algn="l">
              <a:defRPr sz="3225" b="1">
                <a:solidFill>
                  <a:srgbClr val="F8F2FA"/>
                </a:solidFill>
                <a:latin typeface="Malgun Gothic"/>
                <a:ea typeface="Malgun Gothic"/>
                <a:cs typeface="Malgun Gothic"/>
              </a:defRPr>
            </a:lvl8pPr>
            <a:lvl9pPr algn="l">
              <a:defRPr sz="3225" b="1">
                <a:solidFill>
                  <a:srgbClr val="F8F2FA"/>
                </a:solidFill>
                <a:latin typeface="Malgun Gothic"/>
                <a:ea typeface="Malgun Gothic"/>
                <a:cs typeface="Malgun Gothic"/>
              </a:defRPr>
            </a:lvl9pPr>
          </a:lstStyle>
          <a:p xmlns:a="http://schemas.openxmlformats.org/drawingml/2006/main">
            <a:pPr algn="l">
              <a:defRPr sz="3225" b="1">
                <a:solidFill>
                  <a:srgbClr val="F8F2FA"/>
                </a:solidFill>
                <a:latin typeface="Malgun Gothic"/>
                <a:ea typeface="Malgun Gothic"/>
                <a:cs typeface="Malgun Gothic"/>
              </a:defRPr>
            </a:pPr>
            <a:r>
              <a:rPr sz="3225" b="1">
                <a:solidFill>
                  <a:srgbClr val="F8F2FA"/>
                </a:solidFill>
                <a:latin typeface="Malgun Gothic"/>
                <a:ea typeface="Malgun Gothic"/>
                <a:cs typeface="Malgun Gothic"/>
              </a:rPr>
              <a:t>에셋 출처와 라이선스</a:t>
            </a:r>
          </a:p>
        </p:txBody>
      </p:sp>
      <p:sp>
        <p:nvSpPr>
          <p:cNvPr id="3" name="부록 A">
            <a:extLst xmlns:a="http://schemas.openxmlformats.org/drawingml/2006/main">
              <a:ext uri="{FF2B5EF4-FFF2-40B4-BE49-F238E27FC236}">
                <a16:creationId xmlns:a16="http://schemas.microsoft.com/office/drawing/2014/main" id="{D69CE063-B3C1-455F-ABDC-1B2D6F50EC11}"/>
              </a:ext>
            </a:extLst>
          </p:cNvPr>
          <p:cNvSpPr>
            <a:spLocks xmlns:a="http://schemas.openxmlformats.org/drawingml/2006/main" noGrp="1"/>
          </p:cNvSpPr>
          <p:nvPr/>
        </p:nvSpPr>
        <p:spPr>
          <a:xfrm xmlns:a="http://schemas.openxmlformats.org/drawingml/2006/main">
            <a:off x="10982325" y="6324600"/>
            <a:ext cx="590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BBAEC6"/>
                </a:solidFill>
                <a:latin typeface="Malgun Gothic"/>
                <a:ea typeface="Malgun Gothic"/>
                <a:cs typeface="Malgun Gothic"/>
              </a:defRPr>
            </a:defPPr>
            <a:lvl1pPr algn="r">
              <a:defRPr sz="1350" b="0">
                <a:solidFill>
                  <a:srgbClr val="BBAEC6"/>
                </a:solidFill>
                <a:latin typeface="Malgun Gothic"/>
                <a:ea typeface="Malgun Gothic"/>
                <a:cs typeface="Malgun Gothic"/>
              </a:defRPr>
            </a:lvl1pPr>
            <a:lvl2pPr algn="r">
              <a:defRPr sz="1350" b="0">
                <a:solidFill>
                  <a:srgbClr val="BBAEC6"/>
                </a:solidFill>
                <a:latin typeface="Malgun Gothic"/>
                <a:ea typeface="Malgun Gothic"/>
                <a:cs typeface="Malgun Gothic"/>
              </a:defRPr>
            </a:lvl2pPr>
            <a:lvl3pPr algn="r">
              <a:defRPr sz="1350" b="0">
                <a:solidFill>
                  <a:srgbClr val="BBAEC6"/>
                </a:solidFill>
                <a:latin typeface="Malgun Gothic"/>
                <a:ea typeface="Malgun Gothic"/>
                <a:cs typeface="Malgun Gothic"/>
              </a:defRPr>
            </a:lvl3pPr>
            <a:lvl4pPr algn="r">
              <a:defRPr sz="1350" b="0">
                <a:solidFill>
                  <a:srgbClr val="BBAEC6"/>
                </a:solidFill>
                <a:latin typeface="Malgun Gothic"/>
                <a:ea typeface="Malgun Gothic"/>
                <a:cs typeface="Malgun Gothic"/>
              </a:defRPr>
            </a:lvl4pPr>
            <a:lvl5pPr algn="r">
              <a:defRPr sz="1350" b="0">
                <a:solidFill>
                  <a:srgbClr val="BBAEC6"/>
                </a:solidFill>
                <a:latin typeface="Malgun Gothic"/>
                <a:ea typeface="Malgun Gothic"/>
                <a:cs typeface="Malgun Gothic"/>
              </a:defRPr>
            </a:lvl5pPr>
            <a:lvl6pPr algn="r">
              <a:defRPr sz="1350" b="0">
                <a:solidFill>
                  <a:srgbClr val="BBAEC6"/>
                </a:solidFill>
                <a:latin typeface="Malgun Gothic"/>
                <a:ea typeface="Malgun Gothic"/>
                <a:cs typeface="Malgun Gothic"/>
              </a:defRPr>
            </a:lvl6pPr>
            <a:lvl7pPr algn="r">
              <a:defRPr sz="1350" b="0">
                <a:solidFill>
                  <a:srgbClr val="BBAEC6"/>
                </a:solidFill>
                <a:latin typeface="Malgun Gothic"/>
                <a:ea typeface="Malgun Gothic"/>
                <a:cs typeface="Malgun Gothic"/>
              </a:defRPr>
            </a:lvl7pPr>
            <a:lvl8pPr algn="r">
              <a:defRPr sz="1350" b="0">
                <a:solidFill>
                  <a:srgbClr val="BBAEC6"/>
                </a:solidFill>
                <a:latin typeface="Malgun Gothic"/>
                <a:ea typeface="Malgun Gothic"/>
                <a:cs typeface="Malgun Gothic"/>
              </a:defRPr>
            </a:lvl8pPr>
            <a:lvl9pPr algn="r">
              <a:defRPr sz="1350" b="0">
                <a:solidFill>
                  <a:srgbClr val="BBAEC6"/>
                </a:solidFill>
                <a:latin typeface="Malgun Gothic"/>
                <a:ea typeface="Malgun Gothic"/>
                <a:cs typeface="Malgun Gothic"/>
              </a:defRPr>
            </a:lvl9pPr>
          </a:lstStyle>
          <a:p xmlns:a="http://schemas.openxmlformats.org/drawingml/2006/main">
            <a:pPr algn="r">
              <a:defRPr sz="1350" b="0">
                <a:solidFill>
                  <a:srgbClr val="BBAEC6"/>
                </a:solidFill>
                <a:latin typeface="Malgun Gothic"/>
                <a:ea typeface="Malgun Gothic"/>
                <a:cs typeface="Malgun Gothic"/>
              </a:defRPr>
            </a:pPr>
            <a:r>
              <a:rPr sz="1350" b="0">
                <a:solidFill>
                  <a:srgbClr val="BBAEC6"/>
                </a:solidFill>
                <a:latin typeface="Malgun Gothic"/>
                <a:ea typeface="Malgun Gothic"/>
                <a:cs typeface="Malgun Gothic"/>
              </a:rPr>
              <a:t>부록 A</a:t>
            </a:r>
          </a:p>
        </p:txBody>
      </p:sp>
      <p:graphicFrame>
        <p:nvGraphicFramePr>
          <p:cNvPr id="4" name="">
            <a:extLst xmlns:a="http://schemas.openxmlformats.org/drawingml/2006/main">
              <a:ext uri="{FF2B5EF4-FFF2-40B4-BE49-F238E27FC236}">
                <a16:creationId xmlns:a16="http://schemas.microsoft.com/office/drawing/2014/main" id="{17F4BC82-BACA-4ADB-A9F7-81218D83EBB0}"/>
              </a:ext>
            </a:extLst>
          </p:cNvPr>
          <p:cNvGraphicFramePr/>
          <p:nvPr/>
        </p:nvGraphicFramePr>
        <p:xfrm>
          <a:off xmlns:a="http://schemas.openxmlformats.org/drawingml/2006/main" x="609600" y="1381125"/>
          <a:ext xmlns:a="http://schemas.openxmlformats.org/drawingml/2006/main" cx="10972800" cy="4333875"/>
        </p:xfrm>
        <a:graphic xmlns:a="http://schemas.openxmlformats.org/drawingml/2006/main">
          <a:graphicData uri="http://schemas.openxmlformats.org/drawingml/2006/table">
            <a:tbl>
              <a:tblPr firstRow="0" bandRow="0"/>
              <a:tblGrid>
                <a:gridCol w="2143125"/>
                <a:gridCol w="4572000"/>
                <a:gridCol w="4257675"/>
              </a:tblGrid>
              <a:tr h="619125">
                <a:tc>
                  <a:txBody>
                    <a:bodyPr/>
                    <a:lstStyle/>
                    <a:p>
                      <a:r>
                        <a:rPr sz="1575" b="1">
                          <a:solidFill>
                            <a:srgbClr val="F2B6D3"/>
                          </a:solidFill>
                          <a:latin typeface="Malgun Gothic"/>
                          <a:ea typeface="Malgun Gothic"/>
                          <a:cs typeface="Malgun Gothic"/>
                        </a:rPr>
                        <a:t>에셋·도구</a:t>
                      </a:r>
                    </a:p>
                  </a:txBody>
                  <a:tcPr marL="133350" marR="133350" marT="95250" marB="76200">
                    <a:lnL w="9525">
                      <a:solidFill>
                        <a:srgbClr val="45364F"/>
                      </a:solidFill>
                      <a:prstDash val="solid"/>
                    </a:lnL>
                    <a:lnR w="9525">
                      <a:solidFill>
                        <a:srgbClr val="45364F"/>
                      </a:solidFill>
                      <a:prstDash val="solid"/>
                    </a:lnR>
                    <a:lnT w="9525">
                      <a:solidFill>
                        <a:srgbClr val="45364F"/>
                      </a:solidFill>
                      <a:prstDash val="solid"/>
                    </a:lnT>
                    <a:lnB w="9525">
                      <a:solidFill>
                        <a:srgbClr val="45364F"/>
                      </a:solidFill>
                      <a:prstDash val="solid"/>
                    </a:lnB>
                    <a:solidFill>
                      <a:srgbClr val="35182D"/>
                    </a:solidFill>
                  </a:tcPr>
                </a:tc>
                <a:tc>
                  <a:txBody>
                    <a:bodyPr/>
                    <a:lstStyle/>
                    <a:p>
                      <a:r>
                        <a:rPr sz="1575" b="1">
                          <a:solidFill>
                            <a:srgbClr val="F2B6D3"/>
                          </a:solidFill>
                          <a:latin typeface="Malgun Gothic"/>
                          <a:ea typeface="Malgun Gothic"/>
                          <a:cs typeface="Malgun Gothic"/>
                        </a:rPr>
                        <a:t>출처·현재 확인</a:t>
                      </a:r>
                    </a:p>
                  </a:txBody>
                  <a:tcPr marL="133350" marR="133350" marT="95250" marB="76200">
                    <a:lnR w="9525">
                      <a:solidFill>
                        <a:srgbClr val="45364F"/>
                      </a:solidFill>
                      <a:prstDash val="solid"/>
                    </a:lnR>
                    <a:lnT w="9525">
                      <a:solidFill>
                        <a:srgbClr val="45364F"/>
                      </a:solidFill>
                      <a:prstDash val="solid"/>
                    </a:lnT>
                    <a:lnB w="9525">
                      <a:solidFill>
                        <a:srgbClr val="45364F"/>
                      </a:solidFill>
                      <a:prstDash val="solid"/>
                    </a:lnB>
                    <a:solidFill>
                      <a:srgbClr val="35182D"/>
                    </a:solidFill>
                  </a:tcPr>
                </a:tc>
                <a:tc>
                  <a:txBody>
                    <a:bodyPr/>
                    <a:lstStyle/>
                    <a:p>
                      <a:r>
                        <a:rPr sz="1575" b="1">
                          <a:solidFill>
                            <a:srgbClr val="F2B6D3"/>
                          </a:solidFill>
                          <a:latin typeface="Malgun Gothic"/>
                          <a:ea typeface="Malgun Gothic"/>
                          <a:cs typeface="Malgun Gothic"/>
                        </a:rPr>
                        <a:t>기말 전 보관·확인 항목</a:t>
                      </a:r>
                    </a:p>
                  </a:txBody>
                  <a:tcPr marL="133350" marR="133350" marT="95250" marB="76200">
                    <a:lnR w="9525">
                      <a:solidFill>
                        <a:srgbClr val="45364F"/>
                      </a:solidFill>
                      <a:prstDash val="solid"/>
                    </a:lnR>
                    <a:lnT w="9525">
                      <a:solidFill>
                        <a:srgbClr val="45364F"/>
                      </a:solidFill>
                      <a:prstDash val="solid"/>
                    </a:lnT>
                    <a:lnB w="9525">
                      <a:solidFill>
                        <a:srgbClr val="45364F"/>
                      </a:solidFill>
                      <a:prstDash val="solid"/>
                    </a:lnB>
                    <a:solidFill>
                      <a:srgbClr val="35182D"/>
                    </a:solidFill>
                  </a:tcPr>
                </a:tc>
              </a:tr>
              <a:tr h="619125">
                <a:tc>
                  <a:txBody>
                    <a:bodyPr/>
                    <a:lstStyle/>
                    <a:p>
                      <a:r>
                        <a:rPr sz="1575" b="0">
                          <a:solidFill>
                            <a:srgbClr val="F8F2FA"/>
                          </a:solidFill>
                          <a:latin typeface="Malgun Gothic"/>
                          <a:ea typeface="Malgun Gothic"/>
                          <a:cs typeface="Malgun Gothic"/>
                        </a:rPr>
                        <a:t>UI·컨셉 이미지</a:t>
                      </a:r>
                    </a:p>
                  </a:txBody>
                  <a:tcPr marL="133350" marR="133350" marT="95250" marB="76200">
                    <a:lnL w="9525">
                      <a:solidFill>
                        <a:srgbClr val="45364F"/>
                      </a:solidFill>
                      <a:prstDash val="solid"/>
                    </a:lnL>
                    <a:lnR w="9525">
                      <a:solidFill>
                        <a:srgbClr val="45364F"/>
                      </a:solidFill>
                      <a:prstDash val="solid"/>
                    </a:lnR>
                    <a:lnB w="9525">
                      <a:solidFill>
                        <a:srgbClr val="45364F"/>
                      </a:solidFill>
                      <a:prstDash val="solid"/>
                    </a:lnB>
                    <a:solidFill>
                      <a:srgbClr val="100E16"/>
                    </a:solidFill>
                  </a:tcPr>
                </a:tc>
                <a:tc>
                  <a:txBody>
                    <a:bodyPr/>
                    <a:lstStyle/>
                    <a:p>
                      <a:r>
                        <a:rPr sz="1575" b="0">
                          <a:solidFill>
                            <a:srgbClr val="F8F2FA"/>
                          </a:solidFill>
                          <a:latin typeface="Malgun Gothic"/>
                          <a:ea typeface="Malgun Gothic"/>
                          <a:cs typeface="Malgun Gothic"/>
                        </a:rPr>
                        <a:t>ChatGPT·Codex imagegen 시안</a:t>
                      </a:r>
                    </a:p>
                    <a:p>
                      <a:r>
                        <a:rPr sz="1575" b="0">
                          <a:solidFill>
                            <a:srgbClr val="F8F2FA"/>
                          </a:solidFill>
                          <a:latin typeface="Malgun Gothic"/>
                          <a:ea typeface="Malgun Gothic"/>
                          <a:cs typeface="Malgun Gothic"/>
                        </a:rPr>
                        <a:t>개발자 직접 리터칭</a:t>
                      </a:r>
                    </a:p>
                  </a:txBody>
                  <a:tcPr marL="133350" marR="133350" marT="95250" marB="76200">
                    <a:lnR w="9525">
                      <a:solidFill>
                        <a:srgbClr val="45364F"/>
                      </a:solidFill>
                      <a:prstDash val="solid"/>
                    </a:lnR>
                    <a:lnB w="9525">
                      <a:solidFill>
                        <a:srgbClr val="45364F"/>
                      </a:solidFill>
                      <a:prstDash val="solid"/>
                    </a:lnB>
                    <a:solidFill>
                      <a:srgbClr val="100E16"/>
                    </a:solidFill>
                  </a:tcPr>
                </a:tc>
                <a:tc>
                  <a:txBody>
                    <a:bodyPr/>
                    <a:lstStyle/>
                    <a:p>
                      <a:r>
                        <a:rPr sz="1575" b="0">
                          <a:solidFill>
                            <a:srgbClr val="F8F2FA"/>
                          </a:solidFill>
                          <a:latin typeface="Malgun Gothic"/>
                          <a:ea typeface="Malgun Gothic"/>
                          <a:cs typeface="Malgun Gothic"/>
                        </a:rPr>
                        <a:t>프롬프트·원본·리터칭 이력</a:t>
                      </a:r>
                    </a:p>
                  </a:txBody>
                  <a:tcPr marL="133350" marR="133350" marT="95250" marB="76200">
                    <a:lnR w="9525">
                      <a:solidFill>
                        <a:srgbClr val="45364F"/>
                      </a:solidFill>
                      <a:prstDash val="solid"/>
                    </a:lnR>
                    <a:lnB w="9525">
                      <a:solidFill>
                        <a:srgbClr val="45364F"/>
                      </a:solidFill>
                      <a:prstDash val="solid"/>
                    </a:lnB>
                    <a:solidFill>
                      <a:srgbClr val="100E16"/>
                    </a:solidFill>
                  </a:tcPr>
                </a:tc>
              </a:tr>
              <a:tr h="619125">
                <a:tc>
                  <a:txBody>
                    <a:bodyPr/>
                    <a:lstStyle/>
                    <a:p>
                      <a:r>
                        <a:rPr sz="1575" b="0">
                          <a:solidFill>
                            <a:srgbClr val="F8F2FA"/>
                          </a:solidFill>
                          <a:latin typeface="Malgun Gothic"/>
                          <a:ea typeface="Malgun Gothic"/>
                          <a:cs typeface="Malgun Gothic"/>
                        </a:rPr>
                        <a:t>3D 모델</a:t>
                      </a:r>
                    </a:p>
                  </a:txBody>
                  <a:tcPr marL="133350" marR="133350" marT="95250" marB="76200">
                    <a:lnL w="9525">
                      <a:solidFill>
                        <a:srgbClr val="45364F"/>
                      </a:solidFill>
                      <a:prstDash val="solid"/>
                    </a:lnL>
                    <a:lnR w="9525">
                      <a:solidFill>
                        <a:srgbClr val="45364F"/>
                      </a:solidFill>
                      <a:prstDash val="solid"/>
                    </a:lnR>
                    <a:lnB w="9525">
                      <a:solidFill>
                        <a:srgbClr val="45364F"/>
                      </a:solidFill>
                      <a:prstDash val="solid"/>
                    </a:lnB>
                    <a:solidFill>
                      <a:srgbClr val="100E16"/>
                    </a:solidFill>
                  </a:tcPr>
                </a:tc>
                <a:tc>
                  <a:txBody>
                    <a:bodyPr/>
                    <a:lstStyle/>
                    <a:p>
                      <a:r>
                        <a:rPr sz="1575" b="0">
                          <a:solidFill>
                            <a:srgbClr val="F2B6D3"/>
                          </a:solidFill>
                          <a:latin typeface="Malgun Gothic"/>
                          <a:ea typeface="Malgun Gothic"/>
                          <a:cs typeface="Malgun Gothic"/>
                          <a:hlinkClick xmlns:r="http://schemas.openxmlformats.org/officeDocument/2006/relationships" r:id="R701272dcea2e4a1c"/>
                        </a:rPr>
                        <a:t>Tripo</a:t>
                      </a:r>
                      <a:r>
                        <a:rPr sz="1575" b="0">
                          <a:solidFill>
                            <a:srgbClr val="F8F2FA"/>
                          </a:solidFill>
                          <a:latin typeface="Malgun Gothic"/>
                          <a:ea typeface="Malgun Gothic"/>
                          <a:cs typeface="Malgun Gothic"/>
                        </a:rPr>
                        <a:t> 유료 생성물</a:t>
                      </a:r>
                    </a:p>
                    <a:p>
                      <a:r>
                        <a:rPr sz="1575" b="0">
                          <a:solidFill>
                            <a:srgbClr val="F8F2FA"/>
                          </a:solidFill>
                          <a:latin typeface="Malgun Gothic"/>
                          <a:ea typeface="Malgun Gothic"/>
                          <a:cs typeface="Malgun Gothic"/>
                        </a:rPr>
                        <a:t>이용·수정·상업 이용 허용</a:t>
                      </a:r>
                    </a:p>
                  </a:txBody>
                  <a:tcPr marL="133350" marR="133350" marT="95250" marB="76200">
                    <a:lnR w="9525">
                      <a:solidFill>
                        <a:srgbClr val="45364F"/>
                      </a:solidFill>
                      <a:prstDash val="solid"/>
                    </a:lnR>
                    <a:lnB w="9525">
                      <a:solidFill>
                        <a:srgbClr val="45364F"/>
                      </a:solidFill>
                      <a:prstDash val="solid"/>
                    </a:lnB>
                    <a:solidFill>
                      <a:srgbClr val="100E16"/>
                    </a:solidFill>
                  </a:tcPr>
                </a:tc>
                <a:tc>
                  <a:txBody>
                    <a:bodyPr/>
                    <a:lstStyle/>
                    <a:p>
                      <a:r>
                        <a:rPr sz="1575" b="0">
                          <a:solidFill>
                            <a:srgbClr val="F8F2FA"/>
                          </a:solidFill>
                          <a:latin typeface="Malgun Gothic"/>
                          <a:ea typeface="Malgun Gothic"/>
                          <a:cs typeface="Malgun Gothic"/>
                        </a:rPr>
                        <a:t>모델 ID·생성 이력·입력 이미지 권리</a:t>
                      </a:r>
                    </a:p>
                  </a:txBody>
                  <a:tcPr marL="133350" marR="133350" marT="95250" marB="76200">
                    <a:lnR w="9525">
                      <a:solidFill>
                        <a:srgbClr val="45364F"/>
                      </a:solidFill>
                      <a:prstDash val="solid"/>
                    </a:lnR>
                    <a:lnB w="9525">
                      <a:solidFill>
                        <a:srgbClr val="45364F"/>
                      </a:solidFill>
                      <a:prstDash val="solid"/>
                    </a:lnB>
                    <a:solidFill>
                      <a:srgbClr val="100E16"/>
                    </a:solidFill>
                  </a:tcPr>
                </a:tc>
              </a:tr>
              <a:tr h="619125">
                <a:tc>
                  <a:txBody>
                    <a:bodyPr/>
                    <a:lstStyle/>
                    <a:p>
                      <a:r>
                        <a:rPr sz="1575" b="0">
                          <a:solidFill>
                            <a:srgbClr val="F8F2FA"/>
                          </a:solidFill>
                          <a:latin typeface="Malgun Gothic"/>
                          <a:ea typeface="Malgun Gothic"/>
                          <a:cs typeface="Malgun Gothic"/>
                        </a:rPr>
                        <a:t>BGM</a:t>
                      </a:r>
                    </a:p>
                  </a:txBody>
                  <a:tcPr marL="133350" marR="133350" marT="95250" marB="76200">
                    <a:lnL w="9525">
                      <a:solidFill>
                        <a:srgbClr val="45364F"/>
                      </a:solidFill>
                      <a:prstDash val="solid"/>
                    </a:lnL>
                    <a:lnR w="9525">
                      <a:solidFill>
                        <a:srgbClr val="45364F"/>
                      </a:solidFill>
                      <a:prstDash val="solid"/>
                    </a:lnR>
                    <a:lnB w="9525">
                      <a:solidFill>
                        <a:srgbClr val="45364F"/>
                      </a:solidFill>
                      <a:prstDash val="solid"/>
                    </a:lnB>
                    <a:solidFill>
                      <a:srgbClr val="100E16"/>
                    </a:solidFill>
                  </a:tcPr>
                </a:tc>
                <a:tc>
                  <a:txBody>
                    <a:bodyPr/>
                    <a:lstStyle/>
                    <a:p>
                      <a:r>
                        <a:rPr sz="1575" b="0">
                          <a:solidFill>
                            <a:srgbClr val="F2B6D3"/>
                          </a:solidFill>
                          <a:latin typeface="Malgun Gothic"/>
                          <a:ea typeface="Malgun Gothic"/>
                          <a:cs typeface="Malgun Gothic"/>
                          <a:hlinkClick xmlns:r="http://schemas.openxmlformats.org/officeDocument/2006/relationships" r:id="Rf737fdea8bcd487f"/>
                        </a:rPr>
                        <a:t>Suno</a:t>
                      </a:r>
                      <a:r>
                        <a:rPr sz="1575" b="0">
                          <a:solidFill>
                            <a:srgbClr val="F8F2FA"/>
                          </a:solidFill>
                          <a:latin typeface="Malgun Gothic"/>
                          <a:ea typeface="Malgun Gothic"/>
                          <a:cs typeface="Malgun Gothic"/>
                        </a:rPr>
                        <a:t> 유료 플랜 조건 적용</a:t>
                      </a:r>
                    </a:p>
                    <a:p>
                      <a:r>
                        <a:rPr sz="1575" b="0">
                          <a:solidFill>
                            <a:srgbClr val="F8F2FA"/>
                          </a:solidFill>
                          <a:latin typeface="Malgun Gothic"/>
                          <a:ea typeface="Malgun Gothic"/>
                          <a:cs typeface="Malgun Gothic"/>
                        </a:rPr>
                        <a:t>생성·다운로드 이력 확인</a:t>
                      </a:r>
                    </a:p>
                  </a:txBody>
                  <a:tcPr marL="133350" marR="133350" marT="95250" marB="76200">
                    <a:lnR w="9525">
                      <a:solidFill>
                        <a:srgbClr val="45364F"/>
                      </a:solidFill>
                      <a:prstDash val="solid"/>
                    </a:lnR>
                    <a:lnB w="9525">
                      <a:solidFill>
                        <a:srgbClr val="45364F"/>
                      </a:solidFill>
                      <a:prstDash val="solid"/>
                    </a:lnB>
                    <a:solidFill>
                      <a:srgbClr val="100E16"/>
                    </a:solidFill>
                  </a:tcPr>
                </a:tc>
                <a:tc>
                  <a:txBody>
                    <a:bodyPr/>
                    <a:lstStyle/>
                    <a:p>
                      <a:r>
                        <a:rPr sz="1575" b="0">
                          <a:solidFill>
                            <a:srgbClr val="F8F2FA"/>
                          </a:solidFill>
                          <a:latin typeface="Malgun Gothic"/>
                          <a:ea typeface="Malgun Gothic"/>
                          <a:cs typeface="Malgun Gothic"/>
                        </a:rPr>
                        <a:t>곡 ID·허용 다운로드·플랜 이력</a:t>
                      </a:r>
                    </a:p>
                  </a:txBody>
                  <a:tcPr marL="133350" marR="133350" marT="95250" marB="76200">
                    <a:lnR w="9525">
                      <a:solidFill>
                        <a:srgbClr val="45364F"/>
                      </a:solidFill>
                      <a:prstDash val="solid"/>
                    </a:lnR>
                    <a:lnB w="9525">
                      <a:solidFill>
                        <a:srgbClr val="45364F"/>
                      </a:solidFill>
                      <a:prstDash val="solid"/>
                    </a:lnB>
                    <a:solidFill>
                      <a:srgbClr val="100E16"/>
                    </a:solidFill>
                  </a:tcPr>
                </a:tc>
              </a:tr>
              <a:tr h="619125">
                <a:tc>
                  <a:txBody>
                    <a:bodyPr/>
                    <a:lstStyle/>
                    <a:p>
                      <a:r>
                        <a:rPr sz="1575" b="0">
                          <a:solidFill>
                            <a:srgbClr val="F8F2FA"/>
                          </a:solidFill>
                          <a:latin typeface="Malgun Gothic"/>
                          <a:ea typeface="Malgun Gothic"/>
                          <a:cs typeface="Malgun Gothic"/>
                        </a:rPr>
                        <a:t>효과음</a:t>
                      </a:r>
                    </a:p>
                  </a:txBody>
                  <a:tcPr marL="133350" marR="133350" marT="95250" marB="76200">
                    <a:lnL w="9525">
                      <a:solidFill>
                        <a:srgbClr val="45364F"/>
                      </a:solidFill>
                      <a:prstDash val="solid"/>
                    </a:lnL>
                    <a:lnR w="9525">
                      <a:solidFill>
                        <a:srgbClr val="45364F"/>
                      </a:solidFill>
                      <a:prstDash val="solid"/>
                    </a:lnR>
                    <a:lnB w="9525">
                      <a:solidFill>
                        <a:srgbClr val="45364F"/>
                      </a:solidFill>
                      <a:prstDash val="solid"/>
                    </a:lnB>
                    <a:solidFill>
                      <a:srgbClr val="100E16"/>
                    </a:solidFill>
                  </a:tcPr>
                </a:tc>
                <a:tc>
                  <a:txBody>
                    <a:bodyPr/>
                    <a:lstStyle/>
                    <a:p>
                      <a:r>
                        <a:rPr sz="1575" b="0">
                          <a:solidFill>
                            <a:srgbClr val="F2B6D3"/>
                          </a:solidFill>
                          <a:latin typeface="Malgun Gothic"/>
                          <a:ea typeface="Malgun Gothic"/>
                          <a:cs typeface="Malgun Gothic"/>
                          <a:hlinkClick xmlns:r="http://schemas.openxmlformats.org/officeDocument/2006/relationships" r:id="Rb4397d2cadb04f5e"/>
                        </a:rPr>
                        <a:t>Dustyroom FREE Casual Game SFX Pack</a:t>
                      </a:r>
                    </a:p>
                    <a:p>
                      <a:r>
                        <a:rPr sz="1575" b="0">
                          <a:solidFill>
                            <a:srgbClr val="F8F2FA"/>
                          </a:solidFill>
                          <a:latin typeface="Malgun Gothic"/>
                          <a:ea typeface="Malgun Gothic"/>
                          <a:cs typeface="Malgun Gothic"/>
                        </a:rPr>
                        <a:t>Standard Unity Asset Store EULA</a:t>
                      </a:r>
                    </a:p>
                  </a:txBody>
                  <a:tcPr marL="133350" marR="133350" marT="95250" marB="76200">
                    <a:lnR w="9525">
                      <a:solidFill>
                        <a:srgbClr val="45364F"/>
                      </a:solidFill>
                      <a:prstDash val="solid"/>
                    </a:lnR>
                    <a:lnB w="9525">
                      <a:solidFill>
                        <a:srgbClr val="45364F"/>
                      </a:solidFill>
                      <a:prstDash val="solid"/>
                    </a:lnB>
                    <a:solidFill>
                      <a:srgbClr val="100E16"/>
                    </a:solidFill>
                  </a:tcPr>
                </a:tc>
                <a:tc>
                  <a:txBody>
                    <a:bodyPr/>
                    <a:lstStyle/>
                    <a:p>
                      <a:r>
                        <a:rPr sz="1575" b="0">
                          <a:solidFill>
                            <a:srgbClr val="F8F2FA"/>
                          </a:solidFill>
                          <a:latin typeface="Malgun Gothic"/>
                          <a:ea typeface="Malgun Gothic"/>
                          <a:cs typeface="Malgun Gothic"/>
                        </a:rPr>
                        <a:t>패키지 license.pdf·사용 클립 목록</a:t>
                      </a:r>
                    </a:p>
                  </a:txBody>
                  <a:tcPr marL="133350" marR="133350" marT="95250" marB="76200">
                    <a:lnR w="9525">
                      <a:solidFill>
                        <a:srgbClr val="45364F"/>
                      </a:solidFill>
                      <a:prstDash val="solid"/>
                    </a:lnR>
                    <a:lnB w="9525">
                      <a:solidFill>
                        <a:srgbClr val="45364F"/>
                      </a:solidFill>
                      <a:prstDash val="solid"/>
                    </a:lnB>
                    <a:solidFill>
                      <a:srgbClr val="100E16"/>
                    </a:solidFill>
                  </a:tcPr>
                </a:tc>
              </a:tr>
              <a:tr h="619125">
                <a:tc>
                  <a:txBody>
                    <a:bodyPr/>
                    <a:lstStyle/>
                    <a:p>
                      <a:r>
                        <a:rPr sz="1575" b="0">
                          <a:solidFill>
                            <a:srgbClr val="F8F2FA"/>
                          </a:solidFill>
                          <a:latin typeface="Malgun Gothic"/>
                          <a:ea typeface="Malgun Gothic"/>
                          <a:cs typeface="Malgun Gothic"/>
                        </a:rPr>
                        <a:t>트윈 도구</a:t>
                      </a:r>
                    </a:p>
                  </a:txBody>
                  <a:tcPr marL="133350" marR="133350" marT="95250" marB="76200">
                    <a:lnL w="9525">
                      <a:solidFill>
                        <a:srgbClr val="45364F"/>
                      </a:solidFill>
                      <a:prstDash val="solid"/>
                    </a:lnL>
                    <a:lnR w="9525">
                      <a:solidFill>
                        <a:srgbClr val="45364F"/>
                      </a:solidFill>
                      <a:prstDash val="solid"/>
                    </a:lnR>
                    <a:lnB w="9525">
                      <a:solidFill>
                        <a:srgbClr val="45364F"/>
                      </a:solidFill>
                      <a:prstDash val="solid"/>
                    </a:lnB>
                    <a:solidFill>
                      <a:srgbClr val="100E16"/>
                    </a:solidFill>
                  </a:tcPr>
                </a:tc>
                <a:tc>
                  <a:txBody>
                    <a:bodyPr/>
                    <a:lstStyle/>
                    <a:p>
                      <a:r>
                        <a:rPr sz="1575" b="0">
                          <a:solidFill>
                            <a:srgbClr val="F2B6D3"/>
                          </a:solidFill>
                          <a:latin typeface="Malgun Gothic"/>
                          <a:ea typeface="Malgun Gothic"/>
                          <a:cs typeface="Malgun Gothic"/>
                          <a:hlinkClick xmlns:r="http://schemas.openxmlformats.org/officeDocument/2006/relationships" r:id="R1ae7134cbfba4572"/>
                        </a:rPr>
                        <a:t>Demigiant DOTween</a:t>
                      </a:r>
                      <a:r>
                        <a:rPr sz="1575" b="0">
                          <a:solidFill>
                            <a:srgbClr val="F8F2FA"/>
                          </a:solidFill>
                          <a:latin typeface="Malgun Gothic"/>
                          <a:ea typeface="Malgun Gothic"/>
                          <a:cs typeface="Malgun Gothic"/>
                        </a:rPr>
                        <a:t> 일반판</a:t>
                      </a:r>
                    </a:p>
                    <a:p>
                      <a:r>
                        <a:rPr sz="1575" b="0">
                          <a:solidFill>
                            <a:srgbClr val="F8F2FA"/>
                          </a:solidFill>
                          <a:latin typeface="Malgun Gothic"/>
                          <a:ea typeface="Malgun Gothic"/>
                          <a:cs typeface="Malgun Gothic"/>
                        </a:rPr>
                        <a:t>공식 라이선스·readme</a:t>
                      </a:r>
                    </a:p>
                  </a:txBody>
                  <a:tcPr marL="133350" marR="133350" marT="95250" marB="76200">
                    <a:lnR w="9525">
                      <a:solidFill>
                        <a:srgbClr val="45364F"/>
                      </a:solidFill>
                      <a:prstDash val="solid"/>
                    </a:lnR>
                    <a:lnB w="9525">
                      <a:solidFill>
                        <a:srgbClr val="45364F"/>
                      </a:solidFill>
                      <a:prstDash val="solid"/>
                    </a:lnB>
                    <a:solidFill>
                      <a:srgbClr val="100E16"/>
                    </a:solidFill>
                  </a:tcPr>
                </a:tc>
                <a:tc>
                  <a:txBody>
                    <a:bodyPr/>
                    <a:lstStyle/>
                    <a:p>
                      <a:r>
                        <a:rPr sz="1575" b="0">
                          <a:solidFill>
                            <a:srgbClr val="F8F2FA"/>
                          </a:solidFill>
                          <a:latin typeface="Malgun Gothic"/>
                          <a:ea typeface="Malgun Gothic"/>
                          <a:cs typeface="Malgun Gothic"/>
                        </a:rPr>
                        <a:t>버전과 저작권 고지 유지</a:t>
                      </a:r>
                    </a:p>
                  </a:txBody>
                  <a:tcPr marL="133350" marR="133350" marT="95250" marB="76200">
                    <a:lnR w="9525">
                      <a:solidFill>
                        <a:srgbClr val="45364F"/>
                      </a:solidFill>
                      <a:prstDash val="solid"/>
                    </a:lnR>
                    <a:lnB w="9525">
                      <a:solidFill>
                        <a:srgbClr val="45364F"/>
                      </a:solidFill>
                      <a:prstDash val="solid"/>
                    </a:lnB>
                    <a:solidFill>
                      <a:srgbClr val="100E16"/>
                    </a:solidFill>
                  </a:tcPr>
                </a:tc>
              </a:tr>
              <a:tr h="619125">
                <a:tc>
                  <a:txBody>
                    <a:bodyPr/>
                    <a:lstStyle/>
                    <a:p>
                      <a:r>
                        <a:rPr sz="1575" b="0">
                          <a:solidFill>
                            <a:srgbClr val="F8F2FA"/>
                          </a:solidFill>
                          <a:latin typeface="Malgun Gothic"/>
                          <a:ea typeface="Malgun Gothic"/>
                          <a:cs typeface="Malgun Gothic"/>
                        </a:rPr>
                        <a:t>폰트·기타 음원</a:t>
                      </a:r>
                    </a:p>
                  </a:txBody>
                  <a:tcPr marL="133350" marR="133350" marT="95250" marB="76200">
                    <a:lnL w="9525">
                      <a:solidFill>
                        <a:srgbClr val="45364F"/>
                      </a:solidFill>
                      <a:prstDash val="solid"/>
                    </a:lnL>
                    <a:lnR w="9525">
                      <a:solidFill>
                        <a:srgbClr val="45364F"/>
                      </a:solidFill>
                      <a:prstDash val="solid"/>
                    </a:lnR>
                    <a:lnB w="9525">
                      <a:solidFill>
                        <a:srgbClr val="45364F"/>
                      </a:solidFill>
                      <a:prstDash val="solid"/>
                    </a:lnB>
                    <a:solidFill>
                      <a:srgbClr val="100E16"/>
                    </a:solidFill>
                  </a:tcPr>
                </a:tc>
                <a:tc>
                  <a:txBody>
                    <a:bodyPr/>
                    <a:lstStyle/>
                    <a:p>
                      <a:r>
                        <a:rPr sz="1575" b="0">
                          <a:solidFill>
                            <a:srgbClr val="F8F2FA"/>
                          </a:solidFill>
                          <a:latin typeface="Malgun Gothic"/>
                          <a:ea typeface="Malgun Gothic"/>
                          <a:cs typeface="Malgun Gothic"/>
                        </a:rPr>
                        <a:t>GFC Red Spirit, HiKR, Callifont Sharpie</a:t>
                      </a:r>
                    </a:p>
                    <a:p>
                      <a:r>
                        <a:rPr sz="1575" b="0">
                          <a:solidFill>
                            <a:srgbClr val="F8F2FA"/>
                          </a:solidFill>
                          <a:latin typeface="Malgun Gothic"/>
                          <a:ea typeface="Malgun Gothic"/>
                          <a:cs typeface="Malgun Gothic"/>
                        </a:rPr>
                        <a:t>Demonic Dynamic Music pack</a:t>
                      </a:r>
                    </a:p>
                  </a:txBody>
                  <a:tcPr marL="133350" marR="133350" marT="95250" marB="76200">
                    <a:lnR w="9525">
                      <a:solidFill>
                        <a:srgbClr val="45364F"/>
                      </a:solidFill>
                      <a:prstDash val="solid"/>
                    </a:lnR>
                    <a:lnB w="9525">
                      <a:solidFill>
                        <a:srgbClr val="45364F"/>
                      </a:solidFill>
                      <a:prstDash val="solid"/>
                    </a:lnB>
                    <a:solidFill>
                      <a:srgbClr val="100E16"/>
                    </a:solidFill>
                  </a:tcPr>
                </a:tc>
                <a:tc>
                  <a:txBody>
                    <a:bodyPr/>
                    <a:lstStyle/>
                    <a:p>
                      <a:r>
                        <a:rPr sz="1575" b="0">
                          <a:solidFill>
                            <a:srgbClr val="F8F2FA"/>
                          </a:solidFill>
                          <a:latin typeface="Malgun Gothic"/>
                          <a:ea typeface="Malgun Gothic"/>
                          <a:cs typeface="Malgun Gothic"/>
                        </a:rPr>
                        <a:t>원문·임베딩·도입 이력 확인</a:t>
                      </a:r>
                    </a:p>
                    <a:p>
                      <a:r>
                        <a:rPr sz="1575" b="0">
                          <a:solidFill>
                            <a:srgbClr val="F8F2FA"/>
                          </a:solidFill>
                          <a:latin typeface="Malgun Gothic"/>
                          <a:ea typeface="Malgun Gothic"/>
                          <a:cs typeface="Malgun Gothic"/>
                        </a:rPr>
                        <a:t>미확인 에셋은 제외·교체</a:t>
                      </a:r>
                    </a:p>
                  </a:txBody>
                  <a:tcPr marL="133350" marR="133350" marT="95250" marB="76200">
                    <a:lnR w="9525">
                      <a:solidFill>
                        <a:srgbClr val="45364F"/>
                      </a:solidFill>
                      <a:prstDash val="solid"/>
                    </a:lnR>
                    <a:lnB w="9525">
                      <a:solidFill>
                        <a:srgbClr val="45364F"/>
                      </a:solidFill>
                      <a:prstDash val="solid"/>
                    </a:lnB>
                    <a:solidFill>
                      <a:srgbClr val="100E16"/>
                    </a:solidFill>
                  </a:tcPr>
                </a:tc>
              </a:tr>
            </a:tbl>
          </a:graphicData>
        </a:graphic>
      </p:graphicFrame>
      <p:sp>
        <p:nvSpPr>
          <p:cNvPr id="5" name="개별 파일의 출처·생성 이력·원문 링크는 docs/">
            <a:extLst xmlns:a="http://schemas.openxmlformats.org/drawingml/2006/main">
              <a:ext uri="{FF2B5EF4-FFF2-40B4-BE49-F238E27FC236}">
                <a16:creationId xmlns:a16="http://schemas.microsoft.com/office/drawing/2014/main" id="{73C6CB51-300A-4B16-A62D-CC8D6BEDEAC3}"/>
              </a:ext>
            </a:extLst>
          </p:cNvPr>
          <p:cNvSpPr>
            <a:spLocks xmlns:a="http://schemas.openxmlformats.org/drawingml/2006/main" noGrp="1"/>
          </p:cNvSpPr>
          <p:nvPr/>
        </p:nvSpPr>
        <p:spPr>
          <a:xfrm xmlns:a="http://schemas.openxmlformats.org/drawingml/2006/main">
            <a:off x="609600" y="6000750"/>
            <a:ext cx="10906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BBAEC6"/>
                </a:solidFill>
                <a:latin typeface="Malgun Gothic"/>
                <a:ea typeface="Malgun Gothic"/>
                <a:cs typeface="Malgun Gothic"/>
              </a:defRPr>
            </a:defPPr>
            <a:lvl1pPr algn="l">
              <a:defRPr sz="1650" b="0">
                <a:solidFill>
                  <a:srgbClr val="BBAEC6"/>
                </a:solidFill>
                <a:latin typeface="Malgun Gothic"/>
                <a:ea typeface="Malgun Gothic"/>
                <a:cs typeface="Malgun Gothic"/>
              </a:defRPr>
            </a:lvl1pPr>
            <a:lvl2pPr algn="l">
              <a:defRPr sz="1650" b="0">
                <a:solidFill>
                  <a:srgbClr val="BBAEC6"/>
                </a:solidFill>
                <a:latin typeface="Malgun Gothic"/>
                <a:ea typeface="Malgun Gothic"/>
                <a:cs typeface="Malgun Gothic"/>
              </a:defRPr>
            </a:lvl2pPr>
            <a:lvl3pPr algn="l">
              <a:defRPr sz="1650" b="0">
                <a:solidFill>
                  <a:srgbClr val="BBAEC6"/>
                </a:solidFill>
                <a:latin typeface="Malgun Gothic"/>
                <a:ea typeface="Malgun Gothic"/>
                <a:cs typeface="Malgun Gothic"/>
              </a:defRPr>
            </a:lvl3pPr>
            <a:lvl4pPr algn="l">
              <a:defRPr sz="1650" b="0">
                <a:solidFill>
                  <a:srgbClr val="BBAEC6"/>
                </a:solidFill>
                <a:latin typeface="Malgun Gothic"/>
                <a:ea typeface="Malgun Gothic"/>
                <a:cs typeface="Malgun Gothic"/>
              </a:defRPr>
            </a:lvl4pPr>
            <a:lvl5pPr algn="l">
              <a:defRPr sz="1650" b="0">
                <a:solidFill>
                  <a:srgbClr val="BBAEC6"/>
                </a:solidFill>
                <a:latin typeface="Malgun Gothic"/>
                <a:ea typeface="Malgun Gothic"/>
                <a:cs typeface="Malgun Gothic"/>
              </a:defRPr>
            </a:lvl5pPr>
            <a:lvl6pPr algn="l">
              <a:defRPr sz="1650" b="0">
                <a:solidFill>
                  <a:srgbClr val="BBAEC6"/>
                </a:solidFill>
                <a:latin typeface="Malgun Gothic"/>
                <a:ea typeface="Malgun Gothic"/>
                <a:cs typeface="Malgun Gothic"/>
              </a:defRPr>
            </a:lvl6pPr>
            <a:lvl7pPr algn="l">
              <a:defRPr sz="1650" b="0">
                <a:solidFill>
                  <a:srgbClr val="BBAEC6"/>
                </a:solidFill>
                <a:latin typeface="Malgun Gothic"/>
                <a:ea typeface="Malgun Gothic"/>
                <a:cs typeface="Malgun Gothic"/>
              </a:defRPr>
            </a:lvl7pPr>
            <a:lvl8pPr algn="l">
              <a:defRPr sz="1650" b="0">
                <a:solidFill>
                  <a:srgbClr val="BBAEC6"/>
                </a:solidFill>
                <a:latin typeface="Malgun Gothic"/>
                <a:ea typeface="Malgun Gothic"/>
                <a:cs typeface="Malgun Gothic"/>
              </a:defRPr>
            </a:lvl8pPr>
            <a:lvl9pPr algn="l">
              <a:defRPr sz="1650" b="0">
                <a:solidFill>
                  <a:srgbClr val="BBAEC6"/>
                </a:solidFill>
                <a:latin typeface="Malgun Gothic"/>
                <a:ea typeface="Malgun Gothic"/>
                <a:cs typeface="Malgun Gothic"/>
              </a:defRPr>
            </a:lvl9pPr>
          </a:lstStyle>
          <a:p xmlns:a="http://schemas.openxmlformats.org/drawingml/2006/main">
            <a:pPr algn="l">
              <a:defRPr sz="1650" b="0">
                <a:solidFill>
                  <a:srgbClr val="BBAEC6"/>
                </a:solidFill>
                <a:latin typeface="Malgun Gothic"/>
                <a:ea typeface="Malgun Gothic"/>
                <a:cs typeface="Malgun Gothic"/>
              </a:defRPr>
            </a:pPr>
            <a:r>
              <a:rPr sz="1650" b="0">
                <a:solidFill>
                  <a:srgbClr val="BBAEC6"/>
                </a:solidFill>
                <a:latin typeface="Malgun Gothic"/>
                <a:ea typeface="Malgun Gothic"/>
                <a:cs typeface="Malgun Gothic"/>
              </a:rPr>
              <a:t>개별 파일의 출처·생성 이력·원문 링크는 docs/design/asset-register.md에 관리한다</a:t>
            </a:r>
          </a:p>
        </p:txBody>
      </p:sp>
    </p:spTree>
    <p:extLst>
      <p:ext uri="{BB962C8B-B14F-4D97-AF65-F5344CB8AC3E}">
        <p14:creationId xmlns:p14="http://schemas.microsoft.com/office/powerpoint/2010/main" val="1948913749"/>
      </p:ext>
    </p:extLst>
  </p:cSld>
</p:sld>
</file>

<file path=ppt/slides/slide14.xml><?xml version="1.0" encoding="utf-8"?>
<p:sld xmlns:p="http://schemas.openxmlformats.org/presentationml/2006/main">
  <p:cSld>
    <p:bg>
      <p:bgPr>
        <a:solidFill xmlns:a="http://schemas.openxmlformats.org/drawingml/2006/main">
          <a:srgbClr val="100E16"/>
        </a:solidFill>
      </p:bgPr>
    </p:bg>
    <p:spTree>
      <p:nvGrpSpPr>
        <p:cNvPr id="1" name=""/>
        <p:cNvGrpSpPr/>
        <p:nvPr/>
      </p:nvGrpSpPr>
      <p:grpSpPr>
        <a:xfrm xmlns:a="http://schemas.openxmlformats.org/drawingml/2006/main"/>
      </p:grpSpPr>
      <p:sp>
        <p:nvSpPr>
          <p:cNvPr id="2" name="프로토타입 증빙과 제출 자료">
            <a:extLst xmlns:a="http://schemas.openxmlformats.org/drawingml/2006/main">
              <a:ext uri="{FF2B5EF4-FFF2-40B4-BE49-F238E27FC236}">
                <a16:creationId xmlns:a16="http://schemas.microsoft.com/office/drawing/2014/main" id="{9F7296C4-E382-4D32-9D73-17F05738C520}"/>
              </a:ext>
            </a:extLst>
          </p:cNvPr>
          <p:cNvSpPr>
            <a:spLocks xmlns:a="http://schemas.openxmlformats.org/drawingml/2006/main" noGrp="1"/>
          </p:cNvSpPr>
          <p:nvPr/>
        </p:nvSpPr>
        <p:spPr>
          <a:xfrm xmlns:a="http://schemas.openxmlformats.org/drawingml/2006/main">
            <a:off x="609600" y="428625"/>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F8F2FA"/>
                </a:solidFill>
                <a:latin typeface="Malgun Gothic"/>
                <a:ea typeface="Malgun Gothic"/>
                <a:cs typeface="Malgun Gothic"/>
              </a:defRPr>
            </a:defPPr>
            <a:lvl1pPr algn="l">
              <a:defRPr sz="3225" b="1">
                <a:solidFill>
                  <a:srgbClr val="F8F2FA"/>
                </a:solidFill>
                <a:latin typeface="Malgun Gothic"/>
                <a:ea typeface="Malgun Gothic"/>
                <a:cs typeface="Malgun Gothic"/>
              </a:defRPr>
            </a:lvl1pPr>
            <a:lvl2pPr algn="l">
              <a:defRPr sz="3225" b="1">
                <a:solidFill>
                  <a:srgbClr val="F8F2FA"/>
                </a:solidFill>
                <a:latin typeface="Malgun Gothic"/>
                <a:ea typeface="Malgun Gothic"/>
                <a:cs typeface="Malgun Gothic"/>
              </a:defRPr>
            </a:lvl2pPr>
            <a:lvl3pPr algn="l">
              <a:defRPr sz="3225" b="1">
                <a:solidFill>
                  <a:srgbClr val="F8F2FA"/>
                </a:solidFill>
                <a:latin typeface="Malgun Gothic"/>
                <a:ea typeface="Malgun Gothic"/>
                <a:cs typeface="Malgun Gothic"/>
              </a:defRPr>
            </a:lvl3pPr>
            <a:lvl4pPr algn="l">
              <a:defRPr sz="3225" b="1">
                <a:solidFill>
                  <a:srgbClr val="F8F2FA"/>
                </a:solidFill>
                <a:latin typeface="Malgun Gothic"/>
                <a:ea typeface="Malgun Gothic"/>
                <a:cs typeface="Malgun Gothic"/>
              </a:defRPr>
            </a:lvl4pPr>
            <a:lvl5pPr algn="l">
              <a:defRPr sz="3225" b="1">
                <a:solidFill>
                  <a:srgbClr val="F8F2FA"/>
                </a:solidFill>
                <a:latin typeface="Malgun Gothic"/>
                <a:ea typeface="Malgun Gothic"/>
                <a:cs typeface="Malgun Gothic"/>
              </a:defRPr>
            </a:lvl5pPr>
            <a:lvl6pPr algn="l">
              <a:defRPr sz="3225" b="1">
                <a:solidFill>
                  <a:srgbClr val="F8F2FA"/>
                </a:solidFill>
                <a:latin typeface="Malgun Gothic"/>
                <a:ea typeface="Malgun Gothic"/>
                <a:cs typeface="Malgun Gothic"/>
              </a:defRPr>
            </a:lvl6pPr>
            <a:lvl7pPr algn="l">
              <a:defRPr sz="3225" b="1">
                <a:solidFill>
                  <a:srgbClr val="F8F2FA"/>
                </a:solidFill>
                <a:latin typeface="Malgun Gothic"/>
                <a:ea typeface="Malgun Gothic"/>
                <a:cs typeface="Malgun Gothic"/>
              </a:defRPr>
            </a:lvl7pPr>
            <a:lvl8pPr algn="l">
              <a:defRPr sz="3225" b="1">
                <a:solidFill>
                  <a:srgbClr val="F8F2FA"/>
                </a:solidFill>
                <a:latin typeface="Malgun Gothic"/>
                <a:ea typeface="Malgun Gothic"/>
                <a:cs typeface="Malgun Gothic"/>
              </a:defRPr>
            </a:lvl8pPr>
            <a:lvl9pPr algn="l">
              <a:defRPr sz="3225" b="1">
                <a:solidFill>
                  <a:srgbClr val="F8F2FA"/>
                </a:solidFill>
                <a:latin typeface="Malgun Gothic"/>
                <a:ea typeface="Malgun Gothic"/>
                <a:cs typeface="Malgun Gothic"/>
              </a:defRPr>
            </a:lvl9pPr>
          </a:lstStyle>
          <a:p xmlns:a="http://schemas.openxmlformats.org/drawingml/2006/main">
            <a:pPr algn="l">
              <a:defRPr sz="3225" b="1">
                <a:solidFill>
                  <a:srgbClr val="F8F2FA"/>
                </a:solidFill>
                <a:latin typeface="Malgun Gothic"/>
                <a:ea typeface="Malgun Gothic"/>
                <a:cs typeface="Malgun Gothic"/>
              </a:defRPr>
            </a:pPr>
            <a:r>
              <a:rPr sz="3225" b="1">
                <a:solidFill>
                  <a:srgbClr val="F8F2FA"/>
                </a:solidFill>
                <a:latin typeface="Malgun Gothic"/>
                <a:ea typeface="Malgun Gothic"/>
                <a:cs typeface="Malgun Gothic"/>
              </a:rPr>
              <a:t>프로토타입 증빙과 제출 자료</a:t>
            </a:r>
          </a:p>
        </p:txBody>
      </p:sp>
      <p:sp>
        <p:nvSpPr>
          <p:cNvPr id="3" name="부록 B">
            <a:extLst xmlns:a="http://schemas.openxmlformats.org/drawingml/2006/main">
              <a:ext uri="{FF2B5EF4-FFF2-40B4-BE49-F238E27FC236}">
                <a16:creationId xmlns:a16="http://schemas.microsoft.com/office/drawing/2014/main" id="{2BE51F8D-DC31-43AA-9C87-F254509BF0CD}"/>
              </a:ext>
            </a:extLst>
          </p:cNvPr>
          <p:cNvSpPr>
            <a:spLocks xmlns:a="http://schemas.openxmlformats.org/drawingml/2006/main" noGrp="1"/>
          </p:cNvSpPr>
          <p:nvPr/>
        </p:nvSpPr>
        <p:spPr>
          <a:xfrm xmlns:a="http://schemas.openxmlformats.org/drawingml/2006/main">
            <a:off x="10982325" y="6324600"/>
            <a:ext cx="590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BBAEC6"/>
                </a:solidFill>
                <a:latin typeface="Malgun Gothic"/>
                <a:ea typeface="Malgun Gothic"/>
                <a:cs typeface="Malgun Gothic"/>
              </a:defRPr>
            </a:defPPr>
            <a:lvl1pPr algn="r">
              <a:defRPr sz="1350" b="0">
                <a:solidFill>
                  <a:srgbClr val="BBAEC6"/>
                </a:solidFill>
                <a:latin typeface="Malgun Gothic"/>
                <a:ea typeface="Malgun Gothic"/>
                <a:cs typeface="Malgun Gothic"/>
              </a:defRPr>
            </a:lvl1pPr>
            <a:lvl2pPr algn="r">
              <a:defRPr sz="1350" b="0">
                <a:solidFill>
                  <a:srgbClr val="BBAEC6"/>
                </a:solidFill>
                <a:latin typeface="Malgun Gothic"/>
                <a:ea typeface="Malgun Gothic"/>
                <a:cs typeface="Malgun Gothic"/>
              </a:defRPr>
            </a:lvl2pPr>
            <a:lvl3pPr algn="r">
              <a:defRPr sz="1350" b="0">
                <a:solidFill>
                  <a:srgbClr val="BBAEC6"/>
                </a:solidFill>
                <a:latin typeface="Malgun Gothic"/>
                <a:ea typeface="Malgun Gothic"/>
                <a:cs typeface="Malgun Gothic"/>
              </a:defRPr>
            </a:lvl3pPr>
            <a:lvl4pPr algn="r">
              <a:defRPr sz="1350" b="0">
                <a:solidFill>
                  <a:srgbClr val="BBAEC6"/>
                </a:solidFill>
                <a:latin typeface="Malgun Gothic"/>
                <a:ea typeface="Malgun Gothic"/>
                <a:cs typeface="Malgun Gothic"/>
              </a:defRPr>
            </a:lvl4pPr>
            <a:lvl5pPr algn="r">
              <a:defRPr sz="1350" b="0">
                <a:solidFill>
                  <a:srgbClr val="BBAEC6"/>
                </a:solidFill>
                <a:latin typeface="Malgun Gothic"/>
                <a:ea typeface="Malgun Gothic"/>
                <a:cs typeface="Malgun Gothic"/>
              </a:defRPr>
            </a:lvl5pPr>
            <a:lvl6pPr algn="r">
              <a:defRPr sz="1350" b="0">
                <a:solidFill>
                  <a:srgbClr val="BBAEC6"/>
                </a:solidFill>
                <a:latin typeface="Malgun Gothic"/>
                <a:ea typeface="Malgun Gothic"/>
                <a:cs typeface="Malgun Gothic"/>
              </a:defRPr>
            </a:lvl6pPr>
            <a:lvl7pPr algn="r">
              <a:defRPr sz="1350" b="0">
                <a:solidFill>
                  <a:srgbClr val="BBAEC6"/>
                </a:solidFill>
                <a:latin typeface="Malgun Gothic"/>
                <a:ea typeface="Malgun Gothic"/>
                <a:cs typeface="Malgun Gothic"/>
              </a:defRPr>
            </a:lvl7pPr>
            <a:lvl8pPr algn="r">
              <a:defRPr sz="1350" b="0">
                <a:solidFill>
                  <a:srgbClr val="BBAEC6"/>
                </a:solidFill>
                <a:latin typeface="Malgun Gothic"/>
                <a:ea typeface="Malgun Gothic"/>
                <a:cs typeface="Malgun Gothic"/>
              </a:defRPr>
            </a:lvl8pPr>
            <a:lvl9pPr algn="r">
              <a:defRPr sz="1350" b="0">
                <a:solidFill>
                  <a:srgbClr val="BBAEC6"/>
                </a:solidFill>
                <a:latin typeface="Malgun Gothic"/>
                <a:ea typeface="Malgun Gothic"/>
                <a:cs typeface="Malgun Gothic"/>
              </a:defRPr>
            </a:lvl9pPr>
          </a:lstStyle>
          <a:p xmlns:a="http://schemas.openxmlformats.org/drawingml/2006/main">
            <a:pPr algn="r">
              <a:defRPr sz="1350" b="0">
                <a:solidFill>
                  <a:srgbClr val="BBAEC6"/>
                </a:solidFill>
                <a:latin typeface="Malgun Gothic"/>
                <a:ea typeface="Malgun Gothic"/>
                <a:cs typeface="Malgun Gothic"/>
              </a:defRPr>
            </a:pPr>
            <a:r>
              <a:rPr sz="1350" b="0">
                <a:solidFill>
                  <a:srgbClr val="BBAEC6"/>
                </a:solidFill>
                <a:latin typeface="Malgun Gothic"/>
                <a:ea typeface="Malgun Gothic"/>
                <a:cs typeface="Malgun Gothic"/>
              </a:rPr>
              <a:t>부록 B</a:t>
            </a:r>
          </a:p>
        </p:txBody>
      </p:sp>
      <p:sp>
        <p:nvSpPr>
          <p:cNvPr id="4" name="제출 패키지">
            <a:extLst xmlns:a="http://schemas.openxmlformats.org/drawingml/2006/main">
              <a:ext uri="{FF2B5EF4-FFF2-40B4-BE49-F238E27FC236}">
                <a16:creationId xmlns:a16="http://schemas.microsoft.com/office/drawing/2014/main" id="{D9951EBA-ABC4-4478-9CC1-6E836365A827}"/>
              </a:ext>
            </a:extLst>
          </p:cNvPr>
          <p:cNvSpPr>
            <a:spLocks xmlns:a="http://schemas.openxmlformats.org/drawingml/2006/main" noGrp="1"/>
          </p:cNvSpPr>
          <p:nvPr/>
        </p:nvSpPr>
        <p:spPr>
          <a:xfrm xmlns:a="http://schemas.openxmlformats.org/drawingml/2006/main">
            <a:off x="609600" y="1381125"/>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FF4B9B"/>
                </a:solidFill>
                <a:latin typeface="Malgun Gothic"/>
                <a:ea typeface="Malgun Gothic"/>
                <a:cs typeface="Malgun Gothic"/>
              </a:defRPr>
            </a:defPPr>
            <a:lvl1pPr algn="l">
              <a:defRPr sz="2175" b="1">
                <a:solidFill>
                  <a:srgbClr val="FF4B9B"/>
                </a:solidFill>
                <a:latin typeface="Malgun Gothic"/>
                <a:ea typeface="Malgun Gothic"/>
                <a:cs typeface="Malgun Gothic"/>
              </a:defRPr>
            </a:lvl1pPr>
            <a:lvl2pPr algn="l">
              <a:defRPr sz="2175" b="1">
                <a:solidFill>
                  <a:srgbClr val="FF4B9B"/>
                </a:solidFill>
                <a:latin typeface="Malgun Gothic"/>
                <a:ea typeface="Malgun Gothic"/>
                <a:cs typeface="Malgun Gothic"/>
              </a:defRPr>
            </a:lvl2pPr>
            <a:lvl3pPr algn="l">
              <a:defRPr sz="2175" b="1">
                <a:solidFill>
                  <a:srgbClr val="FF4B9B"/>
                </a:solidFill>
                <a:latin typeface="Malgun Gothic"/>
                <a:ea typeface="Malgun Gothic"/>
                <a:cs typeface="Malgun Gothic"/>
              </a:defRPr>
            </a:lvl3pPr>
            <a:lvl4pPr algn="l">
              <a:defRPr sz="2175" b="1">
                <a:solidFill>
                  <a:srgbClr val="FF4B9B"/>
                </a:solidFill>
                <a:latin typeface="Malgun Gothic"/>
                <a:ea typeface="Malgun Gothic"/>
                <a:cs typeface="Malgun Gothic"/>
              </a:defRPr>
            </a:lvl4pPr>
            <a:lvl5pPr algn="l">
              <a:defRPr sz="2175" b="1">
                <a:solidFill>
                  <a:srgbClr val="FF4B9B"/>
                </a:solidFill>
                <a:latin typeface="Malgun Gothic"/>
                <a:ea typeface="Malgun Gothic"/>
                <a:cs typeface="Malgun Gothic"/>
              </a:defRPr>
            </a:lvl5pPr>
            <a:lvl6pPr algn="l">
              <a:defRPr sz="2175" b="1">
                <a:solidFill>
                  <a:srgbClr val="FF4B9B"/>
                </a:solidFill>
                <a:latin typeface="Malgun Gothic"/>
                <a:ea typeface="Malgun Gothic"/>
                <a:cs typeface="Malgun Gothic"/>
              </a:defRPr>
            </a:lvl6pPr>
            <a:lvl7pPr algn="l">
              <a:defRPr sz="2175" b="1">
                <a:solidFill>
                  <a:srgbClr val="FF4B9B"/>
                </a:solidFill>
                <a:latin typeface="Malgun Gothic"/>
                <a:ea typeface="Malgun Gothic"/>
                <a:cs typeface="Malgun Gothic"/>
              </a:defRPr>
            </a:lvl7pPr>
            <a:lvl8pPr algn="l">
              <a:defRPr sz="2175" b="1">
                <a:solidFill>
                  <a:srgbClr val="FF4B9B"/>
                </a:solidFill>
                <a:latin typeface="Malgun Gothic"/>
                <a:ea typeface="Malgun Gothic"/>
                <a:cs typeface="Malgun Gothic"/>
              </a:defRPr>
            </a:lvl8pPr>
            <a:lvl9pPr algn="l">
              <a:defRPr sz="2175" b="1">
                <a:solidFill>
                  <a:srgbClr val="FF4B9B"/>
                </a:solidFill>
                <a:latin typeface="Malgun Gothic"/>
                <a:ea typeface="Malgun Gothic"/>
                <a:cs typeface="Malgun Gothic"/>
              </a:defRPr>
            </a:lvl9pPr>
          </a:lstStyle>
          <a:p xmlns:a="http://schemas.openxmlformats.org/drawingml/2006/main">
            <a:pPr algn="l">
              <a:defRPr sz="2175" b="1">
                <a:solidFill>
                  <a:srgbClr val="FF4B9B"/>
                </a:solidFill>
                <a:latin typeface="Malgun Gothic"/>
                <a:ea typeface="Malgun Gothic"/>
                <a:cs typeface="Malgun Gothic"/>
              </a:defRPr>
            </a:pPr>
            <a:r>
              <a:rPr sz="2175" b="1">
                <a:solidFill>
                  <a:srgbClr val="FF4B9B"/>
                </a:solidFill>
                <a:latin typeface="Malgun Gothic"/>
                <a:ea typeface="Malgun Gothic"/>
                <a:cs typeface="Malgun Gothic"/>
              </a:rPr>
              <a:t>제출 패키지</a:t>
            </a:r>
          </a:p>
        </p:txBody>
      </p:sp>
      <p:sp>
        <p:nvSpPr>
          <p:cNvPr id="5" name="GitHub 저장소 링크와 PDF&#10;편집용 PPT와 ">
            <a:extLst xmlns:a="http://schemas.openxmlformats.org/drawingml/2006/main">
              <a:ext uri="{FF2B5EF4-FFF2-40B4-BE49-F238E27FC236}">
                <a16:creationId xmlns:a16="http://schemas.microsoft.com/office/drawing/2014/main" id="{B4E933A4-8DE3-4E76-B038-0A9A508CA014}"/>
              </a:ext>
            </a:extLst>
          </p:cNvPr>
          <p:cNvSpPr>
            <a:spLocks xmlns:a="http://schemas.openxmlformats.org/drawingml/2006/main" noGrp="1"/>
          </p:cNvSpPr>
          <p:nvPr/>
        </p:nvSpPr>
        <p:spPr>
          <a:xfrm xmlns:a="http://schemas.openxmlformats.org/drawingml/2006/main">
            <a:off x="609600" y="1952625"/>
            <a:ext cx="5429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F8F2FA"/>
                </a:solidFill>
                <a:latin typeface="Malgun Gothic"/>
                <a:ea typeface="Malgun Gothic"/>
                <a:cs typeface="Malgun Gothic"/>
              </a:defRPr>
            </a:defPPr>
            <a:lvl1pPr algn="l">
              <a:defRPr sz="2100" b="0">
                <a:solidFill>
                  <a:srgbClr val="F8F2FA"/>
                </a:solidFill>
                <a:latin typeface="Malgun Gothic"/>
                <a:ea typeface="Malgun Gothic"/>
                <a:cs typeface="Malgun Gothic"/>
              </a:defRPr>
            </a:lvl1pPr>
            <a:lvl2pPr algn="l">
              <a:defRPr sz="2100" b="0">
                <a:solidFill>
                  <a:srgbClr val="F8F2FA"/>
                </a:solidFill>
                <a:latin typeface="Malgun Gothic"/>
                <a:ea typeface="Malgun Gothic"/>
                <a:cs typeface="Malgun Gothic"/>
              </a:defRPr>
            </a:lvl2pPr>
            <a:lvl3pPr algn="l">
              <a:defRPr sz="2100" b="0">
                <a:solidFill>
                  <a:srgbClr val="F8F2FA"/>
                </a:solidFill>
                <a:latin typeface="Malgun Gothic"/>
                <a:ea typeface="Malgun Gothic"/>
                <a:cs typeface="Malgun Gothic"/>
              </a:defRPr>
            </a:lvl3pPr>
            <a:lvl4pPr algn="l">
              <a:defRPr sz="2100" b="0">
                <a:solidFill>
                  <a:srgbClr val="F8F2FA"/>
                </a:solidFill>
                <a:latin typeface="Malgun Gothic"/>
                <a:ea typeface="Malgun Gothic"/>
                <a:cs typeface="Malgun Gothic"/>
              </a:defRPr>
            </a:lvl4pPr>
            <a:lvl5pPr algn="l">
              <a:defRPr sz="2100" b="0">
                <a:solidFill>
                  <a:srgbClr val="F8F2FA"/>
                </a:solidFill>
                <a:latin typeface="Malgun Gothic"/>
                <a:ea typeface="Malgun Gothic"/>
                <a:cs typeface="Malgun Gothic"/>
              </a:defRPr>
            </a:lvl5pPr>
            <a:lvl6pPr algn="l">
              <a:defRPr sz="2100" b="0">
                <a:solidFill>
                  <a:srgbClr val="F8F2FA"/>
                </a:solidFill>
                <a:latin typeface="Malgun Gothic"/>
                <a:ea typeface="Malgun Gothic"/>
                <a:cs typeface="Malgun Gothic"/>
              </a:defRPr>
            </a:lvl6pPr>
            <a:lvl7pPr algn="l">
              <a:defRPr sz="2100" b="0">
                <a:solidFill>
                  <a:srgbClr val="F8F2FA"/>
                </a:solidFill>
                <a:latin typeface="Malgun Gothic"/>
                <a:ea typeface="Malgun Gothic"/>
                <a:cs typeface="Malgun Gothic"/>
              </a:defRPr>
            </a:lvl7pPr>
            <a:lvl8pPr algn="l">
              <a:defRPr sz="2100" b="0">
                <a:solidFill>
                  <a:srgbClr val="F8F2FA"/>
                </a:solidFill>
                <a:latin typeface="Malgun Gothic"/>
                <a:ea typeface="Malgun Gothic"/>
                <a:cs typeface="Malgun Gothic"/>
              </a:defRPr>
            </a:lvl8pPr>
            <a:lvl9pPr algn="l">
              <a:defRPr sz="2100" b="0">
                <a:solidFill>
                  <a:srgbClr val="F8F2FA"/>
                </a:solidFill>
                <a:latin typeface="Malgun Gothic"/>
                <a:ea typeface="Malgun Gothic"/>
                <a:cs typeface="Malgun Gothic"/>
              </a:defRPr>
            </a:lvl9pPr>
          </a:lstStyle>
          <a:p xmlns:a="http://schemas.openxmlformats.org/drawingml/2006/main">
            <a:pPr algn="l">
              <a:defRPr sz="2100" b="0">
                <a:solidFill>
                  <a:srgbClr val="F8F2FA"/>
                </a:solidFill>
                <a:latin typeface="Malgun Gothic"/>
                <a:ea typeface="Malgun Gothic"/>
                <a:cs typeface="Malgun Gothic"/>
              </a:defRPr>
            </a:pPr>
            <a:r>
              <a:rPr sz="2100" b="0">
                <a:solidFill>
                  <a:srgbClr val="F8F2FA"/>
                </a:solidFill>
                <a:latin typeface="Malgun Gothic"/>
                <a:ea typeface="Malgun Gothic"/>
                <a:cs typeface="Malgun Gothic"/>
              </a:rPr>
              <a:t>GitHub 저장소 링크와 PDF</a:t>
            </a:r>
          </a:p>
          <a:p xmlns:a="http://schemas.openxmlformats.org/drawingml/2006/main">
            <a:pPr algn="l">
              <a:defRPr sz="2100" b="0">
                <a:solidFill>
                  <a:srgbClr val="F8F2FA"/>
                </a:solidFill>
                <a:latin typeface="Malgun Gothic"/>
                <a:ea typeface="Malgun Gothic"/>
                <a:cs typeface="Malgun Gothic"/>
              </a:defRPr>
            </a:pPr>
            <a:r>
              <a:rPr sz="2100" b="0">
                <a:solidFill>
                  <a:srgbClr val="F8F2FA"/>
                </a:solidFill>
                <a:latin typeface="Malgun Gothic"/>
                <a:ea typeface="Malgun Gothic"/>
                <a:cs typeface="Malgun Gothic"/>
              </a:rPr>
              <a:t>편집용 PPT와 마크다운 원본</a:t>
            </a:r>
          </a:p>
          <a:p xmlns:a="http://schemas.openxmlformats.org/drawingml/2006/main">
            <a:pPr algn="l">
              <a:defRPr sz="2100" b="0">
                <a:solidFill>
                  <a:srgbClr val="F8F2FA"/>
                </a:solidFill>
                <a:latin typeface="Malgun Gothic"/>
                <a:ea typeface="Malgun Gothic"/>
                <a:cs typeface="Malgun Gothic"/>
              </a:defRPr>
            </a:pPr>
            <a:r>
              <a:rPr sz="2100" b="0">
                <a:solidFill>
                  <a:srgbClr val="F8F2FA"/>
                </a:solidFill>
                <a:latin typeface="Malgun Gothic"/>
                <a:ea typeface="Malgun Gothic"/>
                <a:cs typeface="Malgun Gothic"/>
              </a:rPr>
              <a:t>에셋 등록부와 AI 오류 기록</a:t>
            </a:r>
          </a:p>
        </p:txBody>
      </p:sp>
      <p:sp>
        <p:nvSpPr>
          <p:cNvPr id="6" name="github.com/yusun1115/Deadlin">
            <a:extLst xmlns:a="http://schemas.openxmlformats.org/drawingml/2006/main">
              <a:ext uri="{FF2B5EF4-FFF2-40B4-BE49-F238E27FC236}">
                <a16:creationId xmlns:a16="http://schemas.microsoft.com/office/drawing/2014/main" id="{A7B55B21-406C-4D64-B458-EE553DACA802}"/>
              </a:ext>
            </a:extLst>
          </p:cNvPr>
          <p:cNvSpPr>
            <a:spLocks xmlns:a="http://schemas.openxmlformats.org/drawingml/2006/main" noGrp="1"/>
          </p:cNvSpPr>
          <p:nvPr/>
        </p:nvSpPr>
        <p:spPr>
          <a:xfrm xmlns:a="http://schemas.openxmlformats.org/drawingml/2006/main">
            <a:off x="609600" y="3648075"/>
            <a:ext cx="10668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F2B6D3"/>
                </a:solidFill>
                <a:latin typeface="Malgun Gothic"/>
                <a:ea typeface="Malgun Gothic"/>
                <a:cs typeface="Malgun Gothic"/>
              </a:defRPr>
            </a:defPPr>
            <a:lvl1pPr algn="l">
              <a:defRPr sz="2250" b="1">
                <a:solidFill>
                  <a:srgbClr val="F2B6D3"/>
                </a:solidFill>
                <a:latin typeface="Malgun Gothic"/>
                <a:ea typeface="Malgun Gothic"/>
                <a:cs typeface="Malgun Gothic"/>
              </a:defRPr>
            </a:lvl1pPr>
            <a:lvl2pPr algn="l">
              <a:defRPr sz="2250" b="1">
                <a:solidFill>
                  <a:srgbClr val="F2B6D3"/>
                </a:solidFill>
                <a:latin typeface="Malgun Gothic"/>
                <a:ea typeface="Malgun Gothic"/>
                <a:cs typeface="Malgun Gothic"/>
              </a:defRPr>
            </a:lvl2pPr>
            <a:lvl3pPr algn="l">
              <a:defRPr sz="2250" b="1">
                <a:solidFill>
                  <a:srgbClr val="F2B6D3"/>
                </a:solidFill>
                <a:latin typeface="Malgun Gothic"/>
                <a:ea typeface="Malgun Gothic"/>
                <a:cs typeface="Malgun Gothic"/>
              </a:defRPr>
            </a:lvl3pPr>
            <a:lvl4pPr algn="l">
              <a:defRPr sz="2250" b="1">
                <a:solidFill>
                  <a:srgbClr val="F2B6D3"/>
                </a:solidFill>
                <a:latin typeface="Malgun Gothic"/>
                <a:ea typeface="Malgun Gothic"/>
                <a:cs typeface="Malgun Gothic"/>
              </a:defRPr>
            </a:lvl4pPr>
            <a:lvl5pPr algn="l">
              <a:defRPr sz="2250" b="1">
                <a:solidFill>
                  <a:srgbClr val="F2B6D3"/>
                </a:solidFill>
                <a:latin typeface="Malgun Gothic"/>
                <a:ea typeface="Malgun Gothic"/>
                <a:cs typeface="Malgun Gothic"/>
              </a:defRPr>
            </a:lvl5pPr>
            <a:lvl6pPr algn="l">
              <a:defRPr sz="2250" b="1">
                <a:solidFill>
                  <a:srgbClr val="F2B6D3"/>
                </a:solidFill>
                <a:latin typeface="Malgun Gothic"/>
                <a:ea typeface="Malgun Gothic"/>
                <a:cs typeface="Malgun Gothic"/>
              </a:defRPr>
            </a:lvl6pPr>
            <a:lvl7pPr algn="l">
              <a:defRPr sz="2250" b="1">
                <a:solidFill>
                  <a:srgbClr val="F2B6D3"/>
                </a:solidFill>
                <a:latin typeface="Malgun Gothic"/>
                <a:ea typeface="Malgun Gothic"/>
                <a:cs typeface="Malgun Gothic"/>
              </a:defRPr>
            </a:lvl7pPr>
            <a:lvl8pPr algn="l">
              <a:defRPr sz="2250" b="1">
                <a:solidFill>
                  <a:srgbClr val="F2B6D3"/>
                </a:solidFill>
                <a:latin typeface="Malgun Gothic"/>
                <a:ea typeface="Malgun Gothic"/>
                <a:cs typeface="Malgun Gothic"/>
              </a:defRPr>
            </a:lvl8pPr>
            <a:lvl9pPr algn="l">
              <a:defRPr sz="2250" b="1">
                <a:solidFill>
                  <a:srgbClr val="F2B6D3"/>
                </a:solidFill>
                <a:latin typeface="Malgun Gothic"/>
                <a:ea typeface="Malgun Gothic"/>
                <a:cs typeface="Malgun Gothic"/>
              </a:defRPr>
            </a:lvl9pPr>
          </a:lstStyle>
          <a:p xmlns:a="http://schemas.openxmlformats.org/drawingml/2006/main">
            <a:pPr algn="l">
              <a:defRPr sz="2250" b="1">
                <a:solidFill>
                  <a:srgbClr val="F2B6D3"/>
                </a:solidFill>
                <a:latin typeface="Malgun Gothic"/>
                <a:ea typeface="Malgun Gothic"/>
                <a:cs typeface="Malgun Gothic"/>
              </a:defRPr>
            </a:pPr>
            <a:r>
              <a:rPr sz="2250" b="1">
                <a:solidFill>
                  <a:srgbClr val="F2B6D3"/>
                </a:solidFill>
                <a:latin typeface="Malgun Gothic"/>
                <a:ea typeface="Malgun Gothic"/>
                <a:cs typeface="Malgun Gothic"/>
                <a:hlinkClick xmlns:r="http://schemas.openxmlformats.org/officeDocument/2006/relationships" r:id="R45d220bb7f5f4427"/>
              </a:rPr>
              <a:t>github.com/yusun1115/Deadline-4Sec</a:t>
            </a:r>
          </a:p>
        </p:txBody>
      </p:sp>
      <p:sp>
        <p:nvSpPr>
          <p:cNvPr id="7" name="확인한 증빙과 남은 검증">
            <a:extLst xmlns:a="http://schemas.openxmlformats.org/drawingml/2006/main">
              <a:ext uri="{FF2B5EF4-FFF2-40B4-BE49-F238E27FC236}">
                <a16:creationId xmlns:a16="http://schemas.microsoft.com/office/drawing/2014/main" id="{72B6493F-550D-46CE-8F1D-BA4304EDE177}"/>
              </a:ext>
            </a:extLst>
          </p:cNvPr>
          <p:cNvSpPr>
            <a:spLocks xmlns:a="http://schemas.openxmlformats.org/drawingml/2006/main" noGrp="1"/>
          </p:cNvSpPr>
          <p:nvPr/>
        </p:nvSpPr>
        <p:spPr>
          <a:xfrm xmlns:a="http://schemas.openxmlformats.org/drawingml/2006/main">
            <a:off x="6343650" y="1381125"/>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FF4B9B"/>
                </a:solidFill>
                <a:latin typeface="Malgun Gothic"/>
                <a:ea typeface="Malgun Gothic"/>
                <a:cs typeface="Malgun Gothic"/>
              </a:defRPr>
            </a:defPPr>
            <a:lvl1pPr algn="l">
              <a:defRPr sz="2175" b="1">
                <a:solidFill>
                  <a:srgbClr val="FF4B9B"/>
                </a:solidFill>
                <a:latin typeface="Malgun Gothic"/>
                <a:ea typeface="Malgun Gothic"/>
                <a:cs typeface="Malgun Gothic"/>
              </a:defRPr>
            </a:lvl1pPr>
            <a:lvl2pPr algn="l">
              <a:defRPr sz="2175" b="1">
                <a:solidFill>
                  <a:srgbClr val="FF4B9B"/>
                </a:solidFill>
                <a:latin typeface="Malgun Gothic"/>
                <a:ea typeface="Malgun Gothic"/>
                <a:cs typeface="Malgun Gothic"/>
              </a:defRPr>
            </a:lvl2pPr>
            <a:lvl3pPr algn="l">
              <a:defRPr sz="2175" b="1">
                <a:solidFill>
                  <a:srgbClr val="FF4B9B"/>
                </a:solidFill>
                <a:latin typeface="Malgun Gothic"/>
                <a:ea typeface="Malgun Gothic"/>
                <a:cs typeface="Malgun Gothic"/>
              </a:defRPr>
            </a:lvl3pPr>
            <a:lvl4pPr algn="l">
              <a:defRPr sz="2175" b="1">
                <a:solidFill>
                  <a:srgbClr val="FF4B9B"/>
                </a:solidFill>
                <a:latin typeface="Malgun Gothic"/>
                <a:ea typeface="Malgun Gothic"/>
                <a:cs typeface="Malgun Gothic"/>
              </a:defRPr>
            </a:lvl4pPr>
            <a:lvl5pPr algn="l">
              <a:defRPr sz="2175" b="1">
                <a:solidFill>
                  <a:srgbClr val="FF4B9B"/>
                </a:solidFill>
                <a:latin typeface="Malgun Gothic"/>
                <a:ea typeface="Malgun Gothic"/>
                <a:cs typeface="Malgun Gothic"/>
              </a:defRPr>
            </a:lvl5pPr>
            <a:lvl6pPr algn="l">
              <a:defRPr sz="2175" b="1">
                <a:solidFill>
                  <a:srgbClr val="FF4B9B"/>
                </a:solidFill>
                <a:latin typeface="Malgun Gothic"/>
                <a:ea typeface="Malgun Gothic"/>
                <a:cs typeface="Malgun Gothic"/>
              </a:defRPr>
            </a:lvl6pPr>
            <a:lvl7pPr algn="l">
              <a:defRPr sz="2175" b="1">
                <a:solidFill>
                  <a:srgbClr val="FF4B9B"/>
                </a:solidFill>
                <a:latin typeface="Malgun Gothic"/>
                <a:ea typeface="Malgun Gothic"/>
                <a:cs typeface="Malgun Gothic"/>
              </a:defRPr>
            </a:lvl7pPr>
            <a:lvl8pPr algn="l">
              <a:defRPr sz="2175" b="1">
                <a:solidFill>
                  <a:srgbClr val="FF4B9B"/>
                </a:solidFill>
                <a:latin typeface="Malgun Gothic"/>
                <a:ea typeface="Malgun Gothic"/>
                <a:cs typeface="Malgun Gothic"/>
              </a:defRPr>
            </a:lvl8pPr>
            <a:lvl9pPr algn="l">
              <a:defRPr sz="2175" b="1">
                <a:solidFill>
                  <a:srgbClr val="FF4B9B"/>
                </a:solidFill>
                <a:latin typeface="Malgun Gothic"/>
                <a:ea typeface="Malgun Gothic"/>
                <a:cs typeface="Malgun Gothic"/>
              </a:defRPr>
            </a:lvl9pPr>
          </a:lstStyle>
          <a:p xmlns:a="http://schemas.openxmlformats.org/drawingml/2006/main">
            <a:pPr algn="l">
              <a:defRPr sz="2175" b="1">
                <a:solidFill>
                  <a:srgbClr val="FF4B9B"/>
                </a:solidFill>
                <a:latin typeface="Malgun Gothic"/>
                <a:ea typeface="Malgun Gothic"/>
                <a:cs typeface="Malgun Gothic"/>
              </a:defRPr>
            </a:pPr>
            <a:r>
              <a:rPr sz="2175" b="1">
                <a:solidFill>
                  <a:srgbClr val="FF4B9B"/>
                </a:solidFill>
                <a:latin typeface="Malgun Gothic"/>
                <a:ea typeface="Malgun Gothic"/>
                <a:cs typeface="Malgun Gothic"/>
              </a:rPr>
              <a:t>확인한 증빙과 남은 검증</a:t>
            </a:r>
          </a:p>
        </p:txBody>
      </p:sp>
      <p:sp>
        <p:nvSpPr>
          <p:cNvPr id="8" name="저장소 실행 캡처 3장 본문 포함&#10;Android 설">
            <a:extLst xmlns:a="http://schemas.openxmlformats.org/drawingml/2006/main">
              <a:ext uri="{FF2B5EF4-FFF2-40B4-BE49-F238E27FC236}">
                <a16:creationId xmlns:a16="http://schemas.microsoft.com/office/drawing/2014/main" id="{D6DA7B91-07ED-4788-A783-82878A963FE3}"/>
              </a:ext>
            </a:extLst>
          </p:cNvPr>
          <p:cNvSpPr>
            <a:spLocks xmlns:a="http://schemas.openxmlformats.org/drawingml/2006/main" noGrp="1"/>
          </p:cNvSpPr>
          <p:nvPr/>
        </p:nvSpPr>
        <p:spPr>
          <a:xfrm xmlns:a="http://schemas.openxmlformats.org/drawingml/2006/main">
            <a:off x="6343650" y="1952625"/>
            <a:ext cx="5238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F8F2FA"/>
                </a:solidFill>
                <a:latin typeface="Malgun Gothic"/>
                <a:ea typeface="Malgun Gothic"/>
                <a:cs typeface="Malgun Gothic"/>
              </a:defRPr>
            </a:defPPr>
            <a:lvl1pPr algn="l">
              <a:defRPr sz="1875" b="0">
                <a:solidFill>
                  <a:srgbClr val="F8F2FA"/>
                </a:solidFill>
                <a:latin typeface="Malgun Gothic"/>
                <a:ea typeface="Malgun Gothic"/>
                <a:cs typeface="Malgun Gothic"/>
              </a:defRPr>
            </a:lvl1pPr>
            <a:lvl2pPr algn="l">
              <a:defRPr sz="1875" b="0">
                <a:solidFill>
                  <a:srgbClr val="F8F2FA"/>
                </a:solidFill>
                <a:latin typeface="Malgun Gothic"/>
                <a:ea typeface="Malgun Gothic"/>
                <a:cs typeface="Malgun Gothic"/>
              </a:defRPr>
            </a:lvl2pPr>
            <a:lvl3pPr algn="l">
              <a:defRPr sz="1875" b="0">
                <a:solidFill>
                  <a:srgbClr val="F8F2FA"/>
                </a:solidFill>
                <a:latin typeface="Malgun Gothic"/>
                <a:ea typeface="Malgun Gothic"/>
                <a:cs typeface="Malgun Gothic"/>
              </a:defRPr>
            </a:lvl3pPr>
            <a:lvl4pPr algn="l">
              <a:defRPr sz="1875" b="0">
                <a:solidFill>
                  <a:srgbClr val="F8F2FA"/>
                </a:solidFill>
                <a:latin typeface="Malgun Gothic"/>
                <a:ea typeface="Malgun Gothic"/>
                <a:cs typeface="Malgun Gothic"/>
              </a:defRPr>
            </a:lvl4pPr>
            <a:lvl5pPr algn="l">
              <a:defRPr sz="1875" b="0">
                <a:solidFill>
                  <a:srgbClr val="F8F2FA"/>
                </a:solidFill>
                <a:latin typeface="Malgun Gothic"/>
                <a:ea typeface="Malgun Gothic"/>
                <a:cs typeface="Malgun Gothic"/>
              </a:defRPr>
            </a:lvl5pPr>
            <a:lvl6pPr algn="l">
              <a:defRPr sz="1875" b="0">
                <a:solidFill>
                  <a:srgbClr val="F8F2FA"/>
                </a:solidFill>
                <a:latin typeface="Malgun Gothic"/>
                <a:ea typeface="Malgun Gothic"/>
                <a:cs typeface="Malgun Gothic"/>
              </a:defRPr>
            </a:lvl6pPr>
            <a:lvl7pPr algn="l">
              <a:defRPr sz="1875" b="0">
                <a:solidFill>
                  <a:srgbClr val="F8F2FA"/>
                </a:solidFill>
                <a:latin typeface="Malgun Gothic"/>
                <a:ea typeface="Malgun Gothic"/>
                <a:cs typeface="Malgun Gothic"/>
              </a:defRPr>
            </a:lvl7pPr>
            <a:lvl8pPr algn="l">
              <a:defRPr sz="1875" b="0">
                <a:solidFill>
                  <a:srgbClr val="F8F2FA"/>
                </a:solidFill>
                <a:latin typeface="Malgun Gothic"/>
                <a:ea typeface="Malgun Gothic"/>
                <a:cs typeface="Malgun Gothic"/>
              </a:defRPr>
            </a:lvl8pPr>
            <a:lvl9pPr algn="l">
              <a:defRPr sz="1875" b="0">
                <a:solidFill>
                  <a:srgbClr val="F8F2FA"/>
                </a:solidFill>
                <a:latin typeface="Malgun Gothic"/>
                <a:ea typeface="Malgun Gothic"/>
                <a:cs typeface="Malgun Gothic"/>
              </a:defRPr>
            </a:lvl9pPr>
          </a:lstStyle>
          <a:p xmlns:a="http://schemas.openxmlformats.org/drawingml/2006/main">
            <a:pPr algn="l">
              <a:defRPr sz="1875" b="0">
                <a:solidFill>
                  <a:srgbClr val="F8F2FA"/>
                </a:solidFill>
                <a:latin typeface="Malgun Gothic"/>
                <a:ea typeface="Malgun Gothic"/>
                <a:cs typeface="Malgun Gothic"/>
              </a:defRPr>
            </a:pPr>
            <a:r>
              <a:rPr sz="1875" b="0">
                <a:solidFill>
                  <a:srgbClr val="F8F2FA"/>
                </a:solidFill>
                <a:latin typeface="Malgun Gothic"/>
                <a:ea typeface="Malgun Gothic"/>
                <a:cs typeface="Malgun Gothic"/>
              </a:rPr>
              <a:t>저장소 실행 캡처 3장 본문 포함</a:t>
            </a:r>
          </a:p>
          <a:p xmlns:a="http://schemas.openxmlformats.org/drawingml/2006/main">
            <a:pPr algn="l">
              <a:defRPr sz="1875" b="0">
                <a:solidFill>
                  <a:srgbClr val="F8F2FA"/>
                </a:solidFill>
                <a:latin typeface="Malgun Gothic"/>
                <a:ea typeface="Malgun Gothic"/>
                <a:cs typeface="Malgun Gothic"/>
              </a:defRPr>
            </a:pPr>
            <a:r>
              <a:rPr sz="1875" b="0">
                <a:solidFill>
                  <a:srgbClr val="F8F2FA"/>
                </a:solidFill>
                <a:latin typeface="Malgun Gothic"/>
                <a:ea typeface="Malgun Gothic"/>
                <a:cs typeface="Malgun Gothic"/>
              </a:rPr>
              <a:t>Android 설치·실행·조작 본인 확인</a:t>
            </a:r>
          </a:p>
          <a:p xmlns:a="http://schemas.openxmlformats.org/drawingml/2006/main">
            <a:pPr algn="l">
              <a:defRPr sz="1875" b="0">
                <a:solidFill>
                  <a:srgbClr val="F8F2FA"/>
                </a:solidFill>
                <a:latin typeface="Malgun Gothic"/>
                <a:ea typeface="Malgun Gothic"/>
                <a:cs typeface="Malgun Gothic"/>
              </a:defRPr>
            </a:pPr>
            <a:r>
              <a:rPr sz="1875" b="0">
                <a:solidFill>
                  <a:srgbClr val="F8F2FA"/>
                </a:solidFill>
                <a:latin typeface="Malgun Gothic"/>
                <a:ea typeface="Malgun Gothic"/>
                <a:cs typeface="Malgun Gothic"/>
              </a:rPr>
              <a:t>현재 리비전 전체 회귀는 재실행 예정</a:t>
            </a:r>
          </a:p>
        </p:txBody>
      </p:sp>
      <p:sp>
        <p:nvSpPr>
          <p:cNvPr id="9" name="추가 30초 영상 촬영안">
            <a:extLst xmlns:a="http://schemas.openxmlformats.org/drawingml/2006/main">
              <a:ext uri="{FF2B5EF4-FFF2-40B4-BE49-F238E27FC236}">
                <a16:creationId xmlns:a16="http://schemas.microsoft.com/office/drawing/2014/main" id="{91D9D613-D1E4-4624-B79E-7C1D993FFF12}"/>
              </a:ext>
            </a:extLst>
          </p:cNvPr>
          <p:cNvSpPr>
            <a:spLocks xmlns:a="http://schemas.openxmlformats.org/drawingml/2006/main" noGrp="1"/>
          </p:cNvSpPr>
          <p:nvPr/>
        </p:nvSpPr>
        <p:spPr>
          <a:xfrm xmlns:a="http://schemas.openxmlformats.org/drawingml/2006/main">
            <a:off x="609600" y="4505325"/>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FF4B9B"/>
                </a:solidFill>
                <a:latin typeface="Malgun Gothic"/>
                <a:ea typeface="Malgun Gothic"/>
                <a:cs typeface="Malgun Gothic"/>
              </a:defRPr>
            </a:defPPr>
            <a:lvl1pPr algn="l">
              <a:defRPr sz="2175" b="1">
                <a:solidFill>
                  <a:srgbClr val="FF4B9B"/>
                </a:solidFill>
                <a:latin typeface="Malgun Gothic"/>
                <a:ea typeface="Malgun Gothic"/>
                <a:cs typeface="Malgun Gothic"/>
              </a:defRPr>
            </a:lvl1pPr>
            <a:lvl2pPr algn="l">
              <a:defRPr sz="2175" b="1">
                <a:solidFill>
                  <a:srgbClr val="FF4B9B"/>
                </a:solidFill>
                <a:latin typeface="Malgun Gothic"/>
                <a:ea typeface="Malgun Gothic"/>
                <a:cs typeface="Malgun Gothic"/>
              </a:defRPr>
            </a:lvl2pPr>
            <a:lvl3pPr algn="l">
              <a:defRPr sz="2175" b="1">
                <a:solidFill>
                  <a:srgbClr val="FF4B9B"/>
                </a:solidFill>
                <a:latin typeface="Malgun Gothic"/>
                <a:ea typeface="Malgun Gothic"/>
                <a:cs typeface="Malgun Gothic"/>
              </a:defRPr>
            </a:lvl3pPr>
            <a:lvl4pPr algn="l">
              <a:defRPr sz="2175" b="1">
                <a:solidFill>
                  <a:srgbClr val="FF4B9B"/>
                </a:solidFill>
                <a:latin typeface="Malgun Gothic"/>
                <a:ea typeface="Malgun Gothic"/>
                <a:cs typeface="Malgun Gothic"/>
              </a:defRPr>
            </a:lvl4pPr>
            <a:lvl5pPr algn="l">
              <a:defRPr sz="2175" b="1">
                <a:solidFill>
                  <a:srgbClr val="FF4B9B"/>
                </a:solidFill>
                <a:latin typeface="Malgun Gothic"/>
                <a:ea typeface="Malgun Gothic"/>
                <a:cs typeface="Malgun Gothic"/>
              </a:defRPr>
            </a:lvl5pPr>
            <a:lvl6pPr algn="l">
              <a:defRPr sz="2175" b="1">
                <a:solidFill>
                  <a:srgbClr val="FF4B9B"/>
                </a:solidFill>
                <a:latin typeface="Malgun Gothic"/>
                <a:ea typeface="Malgun Gothic"/>
                <a:cs typeface="Malgun Gothic"/>
              </a:defRPr>
            </a:lvl6pPr>
            <a:lvl7pPr algn="l">
              <a:defRPr sz="2175" b="1">
                <a:solidFill>
                  <a:srgbClr val="FF4B9B"/>
                </a:solidFill>
                <a:latin typeface="Malgun Gothic"/>
                <a:ea typeface="Malgun Gothic"/>
                <a:cs typeface="Malgun Gothic"/>
              </a:defRPr>
            </a:lvl7pPr>
            <a:lvl8pPr algn="l">
              <a:defRPr sz="2175" b="1">
                <a:solidFill>
                  <a:srgbClr val="FF4B9B"/>
                </a:solidFill>
                <a:latin typeface="Malgun Gothic"/>
                <a:ea typeface="Malgun Gothic"/>
                <a:cs typeface="Malgun Gothic"/>
              </a:defRPr>
            </a:lvl8pPr>
            <a:lvl9pPr algn="l">
              <a:defRPr sz="2175" b="1">
                <a:solidFill>
                  <a:srgbClr val="FF4B9B"/>
                </a:solidFill>
                <a:latin typeface="Malgun Gothic"/>
                <a:ea typeface="Malgun Gothic"/>
                <a:cs typeface="Malgun Gothic"/>
              </a:defRPr>
            </a:lvl9pPr>
          </a:lstStyle>
          <a:p xmlns:a="http://schemas.openxmlformats.org/drawingml/2006/main">
            <a:pPr algn="l">
              <a:defRPr sz="2175" b="1">
                <a:solidFill>
                  <a:srgbClr val="FF4B9B"/>
                </a:solidFill>
                <a:latin typeface="Malgun Gothic"/>
                <a:ea typeface="Malgun Gothic"/>
                <a:cs typeface="Malgun Gothic"/>
              </a:defRPr>
            </a:pPr>
            <a:r>
              <a:rPr sz="2175" b="1">
                <a:solidFill>
                  <a:srgbClr val="FF4B9B"/>
                </a:solidFill>
                <a:latin typeface="Malgun Gothic"/>
                <a:ea typeface="Malgun Gothic"/>
                <a:cs typeface="Malgun Gothic"/>
              </a:rPr>
              <a:t>추가 30초 영상 촬영안</a:t>
            </a:r>
          </a:p>
        </p:txBody>
      </p:sp>
      <p:sp>
        <p:nvSpPr>
          <p:cNvPr id="10" name="시작 5초, 이동·처치·시간 회복 15초, 실패·결">
            <a:extLst xmlns:a="http://schemas.openxmlformats.org/drawingml/2006/main">
              <a:ext uri="{FF2B5EF4-FFF2-40B4-BE49-F238E27FC236}">
                <a16:creationId xmlns:a16="http://schemas.microsoft.com/office/drawing/2014/main" id="{6EF8BDCD-4542-4C0B-A4F7-ABDB63A95A0B}"/>
              </a:ext>
            </a:extLst>
          </p:cNvPr>
          <p:cNvSpPr>
            <a:spLocks xmlns:a="http://schemas.openxmlformats.org/drawingml/2006/main" noGrp="1"/>
          </p:cNvSpPr>
          <p:nvPr/>
        </p:nvSpPr>
        <p:spPr>
          <a:xfrm xmlns:a="http://schemas.openxmlformats.org/drawingml/2006/main">
            <a:off x="609600" y="5048250"/>
            <a:ext cx="10953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F8F2FA"/>
                </a:solidFill>
                <a:latin typeface="Malgun Gothic"/>
                <a:ea typeface="Malgun Gothic"/>
                <a:cs typeface="Malgun Gothic"/>
              </a:defRPr>
            </a:defPPr>
            <a:lvl1pPr algn="l">
              <a:defRPr sz="2025" b="0">
                <a:solidFill>
                  <a:srgbClr val="F8F2FA"/>
                </a:solidFill>
                <a:latin typeface="Malgun Gothic"/>
                <a:ea typeface="Malgun Gothic"/>
                <a:cs typeface="Malgun Gothic"/>
              </a:defRPr>
            </a:lvl1pPr>
            <a:lvl2pPr algn="l">
              <a:defRPr sz="2025" b="0">
                <a:solidFill>
                  <a:srgbClr val="F8F2FA"/>
                </a:solidFill>
                <a:latin typeface="Malgun Gothic"/>
                <a:ea typeface="Malgun Gothic"/>
                <a:cs typeface="Malgun Gothic"/>
              </a:defRPr>
            </a:lvl2pPr>
            <a:lvl3pPr algn="l">
              <a:defRPr sz="2025" b="0">
                <a:solidFill>
                  <a:srgbClr val="F8F2FA"/>
                </a:solidFill>
                <a:latin typeface="Malgun Gothic"/>
                <a:ea typeface="Malgun Gothic"/>
                <a:cs typeface="Malgun Gothic"/>
              </a:defRPr>
            </a:lvl3pPr>
            <a:lvl4pPr algn="l">
              <a:defRPr sz="2025" b="0">
                <a:solidFill>
                  <a:srgbClr val="F8F2FA"/>
                </a:solidFill>
                <a:latin typeface="Malgun Gothic"/>
                <a:ea typeface="Malgun Gothic"/>
                <a:cs typeface="Malgun Gothic"/>
              </a:defRPr>
            </a:lvl4pPr>
            <a:lvl5pPr algn="l">
              <a:defRPr sz="2025" b="0">
                <a:solidFill>
                  <a:srgbClr val="F8F2FA"/>
                </a:solidFill>
                <a:latin typeface="Malgun Gothic"/>
                <a:ea typeface="Malgun Gothic"/>
                <a:cs typeface="Malgun Gothic"/>
              </a:defRPr>
            </a:lvl5pPr>
            <a:lvl6pPr algn="l">
              <a:defRPr sz="2025" b="0">
                <a:solidFill>
                  <a:srgbClr val="F8F2FA"/>
                </a:solidFill>
                <a:latin typeface="Malgun Gothic"/>
                <a:ea typeface="Malgun Gothic"/>
                <a:cs typeface="Malgun Gothic"/>
              </a:defRPr>
            </a:lvl6pPr>
            <a:lvl7pPr algn="l">
              <a:defRPr sz="2025" b="0">
                <a:solidFill>
                  <a:srgbClr val="F8F2FA"/>
                </a:solidFill>
                <a:latin typeface="Malgun Gothic"/>
                <a:ea typeface="Malgun Gothic"/>
                <a:cs typeface="Malgun Gothic"/>
              </a:defRPr>
            </a:lvl7pPr>
            <a:lvl8pPr algn="l">
              <a:defRPr sz="2025" b="0">
                <a:solidFill>
                  <a:srgbClr val="F8F2FA"/>
                </a:solidFill>
                <a:latin typeface="Malgun Gothic"/>
                <a:ea typeface="Malgun Gothic"/>
                <a:cs typeface="Malgun Gothic"/>
              </a:defRPr>
            </a:lvl8pPr>
            <a:lvl9pPr algn="l">
              <a:defRPr sz="2025" b="0">
                <a:solidFill>
                  <a:srgbClr val="F8F2FA"/>
                </a:solidFill>
                <a:latin typeface="Malgun Gothic"/>
                <a:ea typeface="Malgun Gothic"/>
                <a:cs typeface="Malgun Gothic"/>
              </a:defRPr>
            </a:lvl9pPr>
          </a:lstStyle>
          <a:p xmlns:a="http://schemas.openxmlformats.org/drawingml/2006/main">
            <a:pPr algn="l">
              <a:defRPr sz="2025" b="0">
                <a:solidFill>
                  <a:srgbClr val="F8F2FA"/>
                </a:solidFill>
                <a:latin typeface="Malgun Gothic"/>
                <a:ea typeface="Malgun Gothic"/>
                <a:cs typeface="Malgun Gothic"/>
              </a:defRPr>
            </a:pPr>
            <a:r>
              <a:rPr sz="2025" b="0">
                <a:solidFill>
                  <a:srgbClr val="F8F2FA"/>
                </a:solidFill>
                <a:latin typeface="Malgun Gothic"/>
                <a:ea typeface="Malgun Gothic"/>
                <a:cs typeface="Malgun Gothic"/>
              </a:rPr>
              <a:t>시작 5초, 이동·처치·시간 회복 15초, 실패·결과·재시도 10초</a:t>
            </a:r>
          </a:p>
        </p:txBody>
      </p:sp>
      <p:sp>
        <p:nvSpPr>
          <p:cNvPr id="11" name="기존 스크린샷을 증빙으로 사용한다. 새 영상·실기기">
            <a:extLst xmlns:a="http://schemas.openxmlformats.org/drawingml/2006/main">
              <a:ext uri="{FF2B5EF4-FFF2-40B4-BE49-F238E27FC236}">
                <a16:creationId xmlns:a16="http://schemas.microsoft.com/office/drawing/2014/main" id="{5661E975-41E5-4F4C-9152-3DD50A2371C4}"/>
              </a:ext>
            </a:extLst>
          </p:cNvPr>
          <p:cNvSpPr>
            <a:spLocks xmlns:a="http://schemas.openxmlformats.org/drawingml/2006/main" noGrp="1"/>
          </p:cNvSpPr>
          <p:nvPr/>
        </p:nvSpPr>
        <p:spPr>
          <a:xfrm xmlns:a="http://schemas.openxmlformats.org/drawingml/2006/main">
            <a:off x="609600" y="604837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BBAEC6"/>
                </a:solidFill>
                <a:latin typeface="Malgun Gothic"/>
                <a:ea typeface="Malgun Gothic"/>
                <a:cs typeface="Malgun Gothic"/>
              </a:defRPr>
            </a:defPPr>
            <a:lvl1pPr algn="l">
              <a:defRPr sz="1575" b="0">
                <a:solidFill>
                  <a:srgbClr val="BBAEC6"/>
                </a:solidFill>
                <a:latin typeface="Malgun Gothic"/>
                <a:ea typeface="Malgun Gothic"/>
                <a:cs typeface="Malgun Gothic"/>
              </a:defRPr>
            </a:lvl1pPr>
            <a:lvl2pPr algn="l">
              <a:defRPr sz="1575" b="0">
                <a:solidFill>
                  <a:srgbClr val="BBAEC6"/>
                </a:solidFill>
                <a:latin typeface="Malgun Gothic"/>
                <a:ea typeface="Malgun Gothic"/>
                <a:cs typeface="Malgun Gothic"/>
              </a:defRPr>
            </a:lvl2pPr>
            <a:lvl3pPr algn="l">
              <a:defRPr sz="1575" b="0">
                <a:solidFill>
                  <a:srgbClr val="BBAEC6"/>
                </a:solidFill>
                <a:latin typeface="Malgun Gothic"/>
                <a:ea typeface="Malgun Gothic"/>
                <a:cs typeface="Malgun Gothic"/>
              </a:defRPr>
            </a:lvl3pPr>
            <a:lvl4pPr algn="l">
              <a:defRPr sz="1575" b="0">
                <a:solidFill>
                  <a:srgbClr val="BBAEC6"/>
                </a:solidFill>
                <a:latin typeface="Malgun Gothic"/>
                <a:ea typeface="Malgun Gothic"/>
                <a:cs typeface="Malgun Gothic"/>
              </a:defRPr>
            </a:lvl4pPr>
            <a:lvl5pPr algn="l">
              <a:defRPr sz="1575" b="0">
                <a:solidFill>
                  <a:srgbClr val="BBAEC6"/>
                </a:solidFill>
                <a:latin typeface="Malgun Gothic"/>
                <a:ea typeface="Malgun Gothic"/>
                <a:cs typeface="Malgun Gothic"/>
              </a:defRPr>
            </a:lvl5pPr>
            <a:lvl6pPr algn="l">
              <a:defRPr sz="1575" b="0">
                <a:solidFill>
                  <a:srgbClr val="BBAEC6"/>
                </a:solidFill>
                <a:latin typeface="Malgun Gothic"/>
                <a:ea typeface="Malgun Gothic"/>
                <a:cs typeface="Malgun Gothic"/>
              </a:defRPr>
            </a:lvl6pPr>
            <a:lvl7pPr algn="l">
              <a:defRPr sz="1575" b="0">
                <a:solidFill>
                  <a:srgbClr val="BBAEC6"/>
                </a:solidFill>
                <a:latin typeface="Malgun Gothic"/>
                <a:ea typeface="Malgun Gothic"/>
                <a:cs typeface="Malgun Gothic"/>
              </a:defRPr>
            </a:lvl7pPr>
            <a:lvl8pPr algn="l">
              <a:defRPr sz="1575" b="0">
                <a:solidFill>
                  <a:srgbClr val="BBAEC6"/>
                </a:solidFill>
                <a:latin typeface="Malgun Gothic"/>
                <a:ea typeface="Malgun Gothic"/>
                <a:cs typeface="Malgun Gothic"/>
              </a:defRPr>
            </a:lvl8pPr>
            <a:lvl9pPr algn="l">
              <a:defRPr sz="1575" b="0">
                <a:solidFill>
                  <a:srgbClr val="BBAEC6"/>
                </a:solidFill>
                <a:latin typeface="Malgun Gothic"/>
                <a:ea typeface="Malgun Gothic"/>
                <a:cs typeface="Malgun Gothic"/>
              </a:defRPr>
            </a:lvl9pPr>
          </a:lstStyle>
          <a:p xmlns:a="http://schemas.openxmlformats.org/drawingml/2006/main">
            <a:pPr algn="l">
              <a:defRPr sz="1575" b="0">
                <a:solidFill>
                  <a:srgbClr val="BBAEC6"/>
                </a:solidFill>
                <a:latin typeface="Malgun Gothic"/>
                <a:ea typeface="Malgun Gothic"/>
                <a:cs typeface="Malgun Gothic"/>
              </a:defRPr>
            </a:pPr>
            <a:r>
              <a:rPr sz="1575" b="0">
                <a:solidFill>
                  <a:srgbClr val="BBAEC6"/>
                </a:solidFill>
                <a:latin typeface="Malgun Gothic"/>
                <a:ea typeface="Malgun Gothic"/>
                <a:cs typeface="Malgun Gothic"/>
              </a:rPr>
              <a:t>기존 스크린샷을 증빙으로 사용한다. 새 영상·실기기 성능 측정·저장소 푸시는 후속 작업이다.</a:t>
            </a:r>
          </a:p>
        </p:txBody>
      </p:sp>
    </p:spTree>
    <p:extLst>
      <p:ext uri="{BB962C8B-B14F-4D97-AF65-F5344CB8AC3E}">
        <p14:creationId xmlns:p14="http://schemas.microsoft.com/office/powerpoint/2010/main" val="139670148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Malgun Gothic"/>
        <a:ea typeface=""/>
        <a:cs typeface=""/>
      </a:majorFont>
      <a:minorFont>
        <a:latin typeface="Malgun Gothic"/>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2026-10-26T13:02:13.0630000Z</dcterms:created>
  <dcterms:modified xsi:type="dcterms:W3CDTF">2026-10-26T13:02:13.0630000Z</dcterms:modified>
</coreProperties>
</file>